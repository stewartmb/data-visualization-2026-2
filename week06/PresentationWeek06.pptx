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Semana 6: qué hicimos con los datos y qué vamos a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Era el supuesto del que dependía todo. Si los ids cambiaban, había que replantear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pipeline salió de medir, no de adivinar. Por eso ventanas de siete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estancamiento desde 2023 es lo importante, no la caída de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Bronx quedó 17 puntos debajo de Manhattan. A nivel estación la dispersión va de 56 a 89 por ciento.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la pandemia los dos picos eran simétricos. Las 8 h pierden 1.31 puntos; la tarde media y la noche ganan.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algo del informe, va a ser esto. La línea base decide la conclusión.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vistas, todas enlazadas por brushing. Cinco y no diez: coordinar mas vistas deja de aportar y suma carga cognitiva.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428 estaciones, 168 valores cada una. El perfil prepandemia va en gris detras del de 2024, para que la comparacion sea de posicion dentro del mismo marco.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referencias no son citas decorativas: cada una sostiene una decision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Declararlas nosotros. La de origen-destino es la que más gente asume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100584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del día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y bocetos · Semana 6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Renzo Acervo  ·  Stewart Maquera  ·  José Condori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primero: ¿son comparables las estaciones?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proyecto compara la misma estación entre 2020 y 2024. Eso solo vale si el identificador es estable.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Consultamos cuatro ventanas de siete días por año y comparamos los conjuntos de identificadores.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1920240" cy="1188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71800" y="2834640"/>
            <a:ext cx="1920240" cy="1188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120640" y="2834640"/>
            <a:ext cx="1920240" cy="1188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269480" y="2834640"/>
            <a:ext cx="1920240" cy="1188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694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418320" y="2834640"/>
            <a:ext cx="1920240" cy="1188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183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 complejos, presentes los cinco años, sin un solo cambio de nombre.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que marcamos como principal en la propuesta no se materializó.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del lado del servidor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completo pesa varios gigabytes. Nunca se descarga: se agrega con SoQL contra la API.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el comportamiento real de la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5120640" cy="41148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día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587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5120640" cy="41148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días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090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5120640" cy="411480"/>
          </a:xfrm>
          <a:prstGeom prst="rect">
            <a:avLst/>
          </a:prstGeom>
          <a:solidFill>
            <a:srgbClr val="FBED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593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 a los 600 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 mal: hay un precipicio entre una semana y un mes.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tablas agregadas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4688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× día  ·  780 446 filas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× dow × hora × año  ·  359 442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× borough × pago × tarifa  ·  2 811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normalizados de 168 valores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ene–feb 2020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 estaciones con coordenadas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se estancó cerca del 70 %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pic>
        <p:nvPicPr>
          <p:cNvPr id="6" name="Image 0" descr="/home/claude/w06deck/f1_serie_men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10058400" cy="3657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139.0 M en enero de 2020 al fondo de 12.1 M en abril. Diciembre de 2024: 105.4 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no fue pareja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pic>
        <p:nvPicPr>
          <p:cNvPr id="6" name="Image 0" descr="/home/claude/w06deck/f2_boroug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80160"/>
            <a:ext cx="10058400" cy="3383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02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97180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5102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5102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74 %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Bronx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5102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61 %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Island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5102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59 %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laborable se corrió hacia la tarde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pic>
        <p:nvPicPr>
          <p:cNvPr id="6" name="Image 0" descr="/home/claude/w06deck/f3_forma_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80160"/>
            <a:ext cx="10058400" cy="3566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AM / pico PM:   1.014  →  0.916          pico/valle:   2.90  →  2.35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decisión que dio vuelta la conclusión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por año mezcla enero y febrero prepandemia con el confinamiento. Ese promedio ya venía aplanado.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Extrajimos por separado el perfil de enero–febrero de 2020 como línea base real.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962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año 2020 completo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  →  2.35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980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 aparente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10515600" cy="914400"/>
          </a:xfrm>
          <a:prstGeom prst="rect">
            <a:avLst/>
          </a:prstGeom>
          <a:solidFill>
            <a:srgbClr val="FBED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la línea base prepandemia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2.90  →  2.35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pico se aplanó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 de 414 estaciones aplanaron su pico.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propuesto: cinco vistas enlazadas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pic>
        <p:nvPicPr>
          <p:cNvPr id="6" name="Image 0" descr="/home/claude/w06deck/00-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234440"/>
            <a:ext cx="7863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central: perfiles semanales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pic>
        <p:nvPicPr>
          <p:cNvPr id="6" name="Image 0" descr="/home/claude/w06deck/b-per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234440"/>
            <a:ext cx="7863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responde cada vista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17320"/>
            <a:ext cx="10515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5179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5453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estaciones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563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5 y 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039112"/>
            <a:ext cx="10515600" cy="512064"/>
          </a:xfrm>
          <a:prstGeom prst="rect">
            <a:avLst/>
          </a:prstGeom>
          <a:solidFill>
            <a:srgbClr val="F7F9FB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1396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167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semanales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85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2, 3 y 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660904"/>
            <a:ext cx="10515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7614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temporal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807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282696"/>
            <a:ext cx="10515600" cy="512064"/>
          </a:xfrm>
          <a:prstGeom prst="rect">
            <a:avLst/>
          </a:prstGeom>
          <a:solidFill>
            <a:srgbClr val="F7F9FB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3832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410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pico/valle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29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3 y 4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3904488"/>
            <a:ext cx="10515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40050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4032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tarifaria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050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7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4846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de diseño está respaldada por una referencia: small multiples con el estado previo superpuesto (Lee et al., 2020) · cinco vistas enlazadas y no más (Sasaki et al., 2022) · tipología por perfil normalizado (Yap, Cats et al., 2022) · línea base de igual período calendario (Hsu, Wu et al., 2021)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32688"/>
            <a:ext cx="1371600" cy="41148"/>
          </a:xfrm>
          <a:prstGeom prst="rect">
            <a:avLst/>
          </a:prstGeom>
          <a:solidFill>
            <a:srgbClr val="E07A16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950976"/>
            <a:ext cx="9418320" cy="13716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10515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entradas, no salidas. No hay pares origen–destino: ningún análisis de flujo de viajes es posible.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es un subconjunto de ridership, no una medida aparte.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granularidad es de complejo, no de estación individual.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MetroCard → OMNY es adopción tecnológica, no cambio de demanda.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base es enero–febrero de 2020, no un promedio de 2019.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razón pico/valle excluye 14 estaciones cuyo pico cae en el borde de la ventana.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2026-09-16T12:24:50Z</dcterms:created>
  <dcterms:modified xsi:type="dcterms:W3CDTF">2026-09-16T12:24:50Z</dcterms:modified>
</cp:coreProperties>
</file>