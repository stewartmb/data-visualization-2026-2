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a4288f6a8340b4" /><Relationship Type="http://schemas.openxmlformats.org/officeDocument/2006/relationships/extended-properties" Target="/docProps/app.xml" Id="R16f385356cd643c4" /><Relationship Type="http://schemas.openxmlformats.org/officeDocument/2006/relationships/officeDocument" Target="/ppt/presentation.xml" Id="R4bd600f5a25641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dbd4f6dc184c41"/>
  </p:sldMasterIdLst>
  <p:notesMasterIdLst>
    <p:notesMasterId xmlns:r="http://schemas.openxmlformats.org/officeDocument/2006/relationships" r:id="R576effbcbfbb474e"/>
  </p:notesMasterIdLst>
  <p:sldIdLst>
    <p:sldId xmlns:r="http://schemas.openxmlformats.org/officeDocument/2006/relationships" id="256" r:id="R4713885cc4d24b4f"/>
    <p:sldId xmlns:r="http://schemas.openxmlformats.org/officeDocument/2006/relationships" id="257" r:id="Rf707035405cc475a"/>
    <p:sldId xmlns:r="http://schemas.openxmlformats.org/officeDocument/2006/relationships" id="258" r:id="Rbab0019dde5540c7"/>
    <p:sldId xmlns:r="http://schemas.openxmlformats.org/officeDocument/2006/relationships" id="259" r:id="Reb831d5f62454445"/>
    <p:sldId xmlns:r="http://schemas.openxmlformats.org/officeDocument/2006/relationships" id="260" r:id="R3edc39d9a60545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5ae7a107904c9a" /><Relationship Type="http://schemas.openxmlformats.org/officeDocument/2006/relationships/slideMaster" Target="/ppt/slideMasters/slideMaster1.xml" Id="R03dbd4f6dc184c41" /><Relationship Type="http://schemas.openxmlformats.org/officeDocument/2006/relationships/notesMaster" Target="/ppt/notesMasters/notesMaster1.xml" Id="R576effbcbfbb474e" /><Relationship Type="http://schemas.openxmlformats.org/officeDocument/2006/relationships/presProps" Target="/ppt/presProps.xml" Id="R93c16bb531bd4486" /><Relationship Type="http://schemas.openxmlformats.org/officeDocument/2006/relationships/tableStyles" Target="/ppt/tableStyles.xml" Id="R2bdaeb765bfd42a3" /><Relationship Type="http://schemas.openxmlformats.org/officeDocument/2006/relationships/slide" Target="/ppt/slides/slide1.xml" Id="R4713885cc4d24b4f" /><Relationship Type="http://schemas.openxmlformats.org/officeDocument/2006/relationships/slide" Target="/ppt/slides/slide2.xml" Id="Rf707035405cc475a" /><Relationship Type="http://schemas.openxmlformats.org/officeDocument/2006/relationships/slide" Target="/ppt/slides/slide3.xml" Id="Rbab0019dde5540c7" /><Relationship Type="http://schemas.openxmlformats.org/officeDocument/2006/relationships/slide" Target="/ppt/slides/slide4.xml" Id="Reb831d5f62454445" /><Relationship Type="http://schemas.openxmlformats.org/officeDocument/2006/relationships/slide" Target="/ppt/slides/slide5.xml" Id="R3edc39d9a60545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2f412e6a1a4d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39d49b87594f32" /><Relationship Type="http://schemas.openxmlformats.org/officeDocument/2006/relationships/notesMaster" Target="/ppt/notesMasters/notesMaster1.xml" Id="R8ae087e49c4a45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5aca919ab64a46" /><Relationship Type="http://schemas.openxmlformats.org/officeDocument/2006/relationships/notesMaster" Target="/ppt/notesMasters/notesMaster1.xml" Id="R3b996389afe647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36eea253e64a75" /><Relationship Type="http://schemas.openxmlformats.org/officeDocument/2006/relationships/notesMaster" Target="/ppt/notesMasters/notesMaster1.xml" Id="Rfbbbb7f317da4c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755ba23c0b4169" /><Relationship Type="http://schemas.openxmlformats.org/officeDocument/2006/relationships/notesMaster" Target="/ppt/notesMasters/notesMaster1.xml" Id="Rcd09e2db452a44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fd959ea47c416c" /><Relationship Type="http://schemas.openxmlformats.org/officeDocument/2006/relationships/notesMaster" Target="/ppt/notesMasters/notesMaster1.xml" Id="Rddffc730da2c40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>Síntesis opcional de Semana 4; la guía exige el paquete, no una presentación adicional.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afc12e77c45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b1f289ac64b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82c0eefc248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327d2c6cc46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fb042f48346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7d25ba986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2839AE-4414-4BDC-ADCA-D502E0403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B72026-8C32-407F-A874-9AC985DBA8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D490B1-64C8-4972-AD08-875E33E180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427CC7-4764-405B-A575-2C3FEA13E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AA530F-A06E-4FDE-9772-672681056B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7CEA00-048E-4062-8AAF-146F56A17A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E90024-05A5-4B92-87F4-4DD7F16A36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9EFDFD-8A6A-49E7-8680-82329AA80D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787F1C-9C48-434A-8BA3-9030D0156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AF376A-4B92-4A74-9505-9E2AE2090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6a67d7f8424885" /><Relationship Type="http://schemas.openxmlformats.org/officeDocument/2006/relationships/slideLayout" Target="/ppt/slideLayouts/slideLayout1.xml" Id="Rd2e2f14cd48e4317" /><Relationship Type="http://schemas.openxmlformats.org/officeDocument/2006/relationships/slideLayout" Target="/ppt/slideLayouts/slideLayout2.xml" Id="R410df5d0995b4974" /><Relationship Type="http://schemas.openxmlformats.org/officeDocument/2006/relationships/slideLayout" Target="/ppt/slideLayouts/slideLayout3.xml" Id="Rbfc21fef947c41f8" /><Relationship Type="http://schemas.openxmlformats.org/officeDocument/2006/relationships/slideLayout" Target="/ppt/slideLayouts/slideLayout4.xml" Id="Rb47144ba7178485b" /><Relationship Type="http://schemas.openxmlformats.org/officeDocument/2006/relationships/slideLayout" Target="/ppt/slideLayouts/slideLayout5.xml" Id="R8384028e84214d9a" /><Relationship Type="http://schemas.openxmlformats.org/officeDocument/2006/relationships/slideLayout" Target="/ppt/slideLayouts/slideLayout6.xml" Id="R320ac17a586b49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2f14cd48e4317"/>
    <p:sldLayoutId xmlns:r="http://schemas.openxmlformats.org/officeDocument/2006/relationships" id="2147483650" r:id="R410df5d0995b4974"/>
    <p:sldLayoutId xmlns:r="http://schemas.openxmlformats.org/officeDocument/2006/relationships" id="2147483651" r:id="Rbfc21fef947c41f8"/>
    <p:sldLayoutId xmlns:r="http://schemas.openxmlformats.org/officeDocument/2006/relationships" id="2147483652" r:id="Rb47144ba7178485b"/>
    <p:sldLayoutId xmlns:r="http://schemas.openxmlformats.org/officeDocument/2006/relationships" id="2147483653" r:id="R8384028e84214d9a"/>
    <p:sldLayoutId xmlns:r="http://schemas.openxmlformats.org/officeDocument/2006/relationships" id="2147483654" r:id="R320ac17a586b49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a7ddda8784310" /><Relationship Type="http://schemas.openxmlformats.org/officeDocument/2006/relationships/notesSlide" Target="/ppt/notesSlides/notesSlide1.xml" Id="Rfc8d317275fb43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c44d7627c470e" /><Relationship Type="http://schemas.openxmlformats.org/officeDocument/2006/relationships/notesSlide" Target="/ppt/notesSlides/notesSlide2.xml" Id="Rbc172c1d86c4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cdf7128484185" /><Relationship Type="http://schemas.openxmlformats.org/officeDocument/2006/relationships/notesSlide" Target="/ppt/notesSlides/notesSlide3.xml" Id="R50c482f0c77549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b794206ce4f87" /><Relationship Type="http://schemas.openxmlformats.org/officeDocument/2006/relationships/notesSlide" Target="/ppt/notesSlides/notesSlide4.xml" Id="R51d25e4e3cc4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e89996c264605" /><Relationship Type="http://schemas.openxmlformats.org/officeDocument/2006/relationships/notesSlide" Target="/ppt/notesSlides/notesSlide5.xml" Id="Rb7283a2ea49542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A550A-1F06-4514-88C1-AE29FF37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Fractal · Paquete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5F877-B386-4FD7-9516-AD9731BB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Demanda, conexiones y ritmos del subway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Renzo Acervo Correa · Stewart Maquera Bobadilla · José Condori Palomino</a:t>
            </a:r>
          </a:p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UTEC · DS5343 · 2026-2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7A5F1-5040-46B7-86CE-29F3E777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04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431449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A92AF-6C37-45C7-A7FC-AFD9933D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Fuentes y cobertura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C9788-E2FA-41E4-9F45-9F76FF59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Entradas 2019–2024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72 meses · 141.836.156 registros fuente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OD estimado 2021–2024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48 meses · 446.399.011 registros fuente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Referencia GTFS 2026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424 complejos · 547 enlaces ferroviarios + 2 transferencias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3A697-B3DD-4121-9874-83236485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04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676875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CC712-4082-40A8-A569-68236BA6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Campos y muestras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88294-0031-413C-BAD0-C0EEB848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12 campos originales de entradas; 16 en OD.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Muestras CSV de demanda, relaciones y enlaces.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Diccionarios oficiales + diccionario de las muestras.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No son registros individuales de pasajeros.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9DA24-B68E-4BA9-8E7D-0E8804D5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04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24415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8BF52-63AA-4F35-9598-357C40CD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Procedencia y reproducción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B5392-9031-482E-AB44-70E57D58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Scripts de adquisición y transformación.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URL, fecha, SHA-256 y controles por mes.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Artefactos preparados incluidos para ejecutar la app.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Originales grandes fuera de Git.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E4FC3-22BA-4C69-865D-1B7D7C17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04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290470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49A97-3052-4F78-9EDF-BBEC8229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Semántica y límites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4902-6C0F-4E1E-A17B-40B36E80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OD = estimación por cohorte de inicio.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Camino asignado ≠ recorrido observado.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Red 2026 ≠ servicio histórico.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Grosor aparente ≠ carga exacta ni capacidad.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Los escenarios mantienen demanda fija; no predicen demoras. Las asociaciones temporales no demuestran causas.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A6DFC-5AEF-43A1-ADB5-18135007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04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009363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2026-10-28T15:44:20.0940000Z</dcterms:created>
  <dcterms:modified xsi:type="dcterms:W3CDTF">2026-10-28T15:44:20.0940000Z</dcterms:modified>
</coreProperties>
</file>