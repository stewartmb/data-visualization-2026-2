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Propuesta de proyecto. El dataset se entregó y documentó en la semana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falta de datos, es el nivel de agregación con que se reportan. Volumen y forma son preguntas distintas.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giro del proyecto: dejar de medir volumen y empezar a medir 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concreta es dónde reasignar frecuencia. Eso es lo que hace que la audiencia sea específica y no genérica.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dataset ya fue entregado y documentado en la semana 4; aquí solo lo situamos.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 las limitaciones nosotros mismos. La de origen-destino es la que más gente asume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progresión importa tanto como las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10972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E8F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del día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cambió el ritmo horario del metro de Nueva York, 2020–2024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2743200" cy="45720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840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Renzo Acervo Correa   ·   Stewart Maquera Bobadilla   ·   José Condori Palomino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DS5343 Data Visualization · UTEC · 2026-2 · 9 de septiembre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42416"/>
            <a:ext cx="1554480" cy="45720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056132"/>
            <a:ext cx="9144000" cy="18288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10424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metro de Nueva York programa su servicio alrededor del doble pico del día laborable: una cresta en la mañana y otra al final de la tarde.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2020 y 2024 esa forma cambió, pero casi siempre se reporta como un solo número: cuánto se recuperó el ridership.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número dice cuánta demanda volvió. No dice a qué hora vuelve ni en qué estaciones.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estación puede haber recuperado el 90 % de sus entradas y aun así haber perdido su pico de la mañana.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perfil de demanda cambió y la programación siguió igual, hay trenes de más en unas franjas y de menos en otras.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medir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42416"/>
            <a:ext cx="1554480" cy="45720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056132"/>
            <a:ext cx="9144000" cy="18288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508760"/>
            <a:ext cx="10424160" cy="77724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508760"/>
            <a:ext cx="82296" cy="777240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6916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  ×  7 días  =  168 valores por estación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06040"/>
            <a:ext cx="10424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del volumen total, trabajamos con el perfil horario semanal de cada estación. Ese vector describe su ritmo, no su tamaño.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se normaliza dividiéndolo por su propio total, para que las estaciones se comparen por forma.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Comparándolo entre estaciones y entre años se puede ver qué cambió y dónde.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necesita una visualización y no una tabla: son más de 400 estaciones con 168 valores cada una, y la pregunta es de comparación de formas. Un listado numérico de ese tamaño no permite ver parecidos ni detectar el patrón geográfico.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y propósito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42416"/>
            <a:ext cx="1554480" cy="45720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056132"/>
            <a:ext cx="9144000" cy="18288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principal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2880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Planificadores de servicio de la MTA y analistas de transporte urbano.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visualización debe ayudarlos a decidir dónde reasignar frecuencia: qué estaciones cambiaron su perfil, en qué dirección y si hay patrón geográfico.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concreto: filtrar las estaciones cuyo pico matutino cayó más que el de la tarde, verlas sobre el mapa y comparar ese conjunto con la frecuencia programada en esa franja.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434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secundaria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Periodistas de transporte y gobiernos locales.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ellos debe ayudarlos a entender si la recuperación fue pareja entre barrios y quiénes siguieron usando el sistema en los años más bajos.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42416"/>
            <a:ext cx="1554480" cy="45720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056132"/>
            <a:ext cx="9144000" cy="18288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Subway Hourly Ridership: 2020–2024, publicado por la Metropolitan Transportation Authority en Open NY. Identificador wujg-7c2s.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120 855 568 registros, granularidad horaria, de 2020 a 2024, cinco boroughs y tres modos: metro, Staten Island Railway y el tranvía de Roosevelt Island.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MTA registra las entradas en los torniquetes: swipes de MetroCard y taps de OMNY, provistos por Cubic. Limpia, deduplica y saca las transacciones de agencias asociadas antes de publicar. Son estimaciones; declara que quedan dentro del 1 % de las cifras que reporta públicamente.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que usaremos: transit_timestamp, station_complex_id, borough, latitude, longitude, ridership, payment_method y fare_class_category.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abiertos, sin registro. Sin licencia específica declarada; aplican los términos de OPEN-NY.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limitaciones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42416"/>
            <a:ext cx="1554480" cy="45720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056132"/>
            <a:ext cx="9144000" cy="18288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controles ejecutados sobre la muestra, documentados en el repositorio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valores faltantes, sin duplicados en la clave compuesta, sin valores negativos, sin casos donde transfers supere a ridership, y sin coordenadas fuera del rango de Nueva York.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88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problemas que sí encontramos son estructurales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entradas, no salidas. No hay pares origen–destino, así que no podemos analizar flujos de viaje con esta fuente.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es un subconjunto de ridership, no una medida aparte. Sumarlas duplicaría el conteo.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granularidad es de complejo, no de estación individual.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histórico puede cambiar por transacciones tardías.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transición de MetroCard a OMNY complica comparar por método de pago en el tiempo: una caída en MetroCard es migración, no caída de demanda.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dominio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42416"/>
            <a:ext cx="1554480" cy="45720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056132"/>
            <a:ext cx="9144000" cy="18288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lo general a lo específico: primero el agregado, después la forma, después los grupos, después el cambio, después la geografía.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048256"/>
            <a:ext cx="310896" cy="310896"/>
          </a:xfrm>
          <a:prstGeom prst="ellipse">
            <a:avLst/>
          </a:prstGeom>
          <a:solidFill>
            <a:srgbClr val="EAF2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19385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evolucionó el volumen total de entradas entre 2020 y 2024, y en qué nivel se estabilizó?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2642616"/>
            <a:ext cx="310896" cy="310896"/>
          </a:xfrm>
          <a:prstGeom prst="ellipse">
            <a:avLst/>
          </a:prstGeom>
          <a:solidFill>
            <a:srgbClr val="EAF2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67919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253288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 el perfil de un día laborable frente al de un fin de semana, y cómo cambió esa forma en el período?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236976"/>
            <a:ext cx="310896" cy="310896"/>
          </a:xfrm>
          <a:prstGeom prst="ellipse">
            <a:avLst/>
          </a:prstGeom>
          <a:solidFill>
            <a:srgbClr val="EAF2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27355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12724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pueden agrupar los complejos de estación según la forma de su perfil semanal? ¿Cuántos tipos salen y cómo se caracterizan?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3831336"/>
            <a:ext cx="310896" cy="310896"/>
          </a:xfrm>
          <a:prstGeom prst="ellipse">
            <a:avLst/>
          </a:prstGeom>
          <a:solidFill>
            <a:srgbClr val="EAF2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8679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72160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estaciones cambiaron de tipo entre 2020 y 2024, y en qué dirección?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4425696"/>
            <a:ext cx="310896" cy="310896"/>
          </a:xfrm>
          <a:prstGeom prst="ellipse">
            <a:avLst/>
          </a:prstGeom>
          <a:solidFill>
            <a:srgbClr val="EAF2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46227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431596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distribuyen geográficamente esos tipos y esos cambios? ¿Hay patrón por borough o por distancia a Manhattan?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68680" y="5020056"/>
            <a:ext cx="310896" cy="310896"/>
          </a:xfrm>
          <a:prstGeom prst="ellipse">
            <a:avLst/>
          </a:prstGeom>
          <a:solidFill>
            <a:srgbClr val="EAF2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0566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49103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recuperación fue pareja? ¿Qué estaciones siguen por debajo de su nivel inicial y cuáles lo superaron?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68680" y="5614416"/>
            <a:ext cx="310896" cy="310896"/>
          </a:xfrm>
          <a:prstGeom prst="ellipse">
            <a:avLst/>
          </a:prstGeom>
          <a:solidFill>
            <a:srgbClr val="EAF2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65099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550468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muestra la composición por clase tarifaria sobre quiénes sostuvieron la demanda en los años más bajos?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59436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preguntas 1 a 5 responden a la audiencia principal; las 6 y 7, a la secundaria.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2026-09-09T05:23:29Z</dcterms:created>
  <dcterms:modified xsi:type="dcterms:W3CDTF">2026-09-09T05:23:29Z</dcterms:modified>
</cp:coreProperties>
</file>