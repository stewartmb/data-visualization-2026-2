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0ad2277a544de3" /><Relationship Type="http://schemas.openxmlformats.org/officeDocument/2006/relationships/extended-properties" Target="/docProps/app.xml" Id="R3c5629e5d4154436" /><Relationship Type="http://schemas.openxmlformats.org/officeDocument/2006/relationships/officeDocument" Target="/ppt/presentation.xml" Id="Rce450c65091c4f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72d0336f2841d3"/>
  </p:sldMasterIdLst>
  <p:notesMasterIdLst>
    <p:notesMasterId xmlns:r="http://schemas.openxmlformats.org/officeDocument/2006/relationships" r:id="R5b1f31c2e275461d"/>
  </p:notesMasterIdLst>
  <p:sldIdLst>
    <p:sldId xmlns:r="http://schemas.openxmlformats.org/officeDocument/2006/relationships" id="256" r:id="R63c4265a7e1c4fd3"/>
    <p:sldId xmlns:r="http://schemas.openxmlformats.org/officeDocument/2006/relationships" id="257" r:id="Rc055f7fa11bd4d99"/>
    <p:sldId xmlns:r="http://schemas.openxmlformats.org/officeDocument/2006/relationships" id="258" r:id="R37c5b01246404ecb"/>
    <p:sldId xmlns:r="http://schemas.openxmlformats.org/officeDocument/2006/relationships" id="259" r:id="R9869ba56751d4ecc"/>
    <p:sldId xmlns:r="http://schemas.openxmlformats.org/officeDocument/2006/relationships" id="260" r:id="Rd7fa303595e44480"/>
    <p:sldId xmlns:r="http://schemas.openxmlformats.org/officeDocument/2006/relationships" id="261" r:id="R76711f5962d048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196e0d40da4c98" /><Relationship Type="http://schemas.openxmlformats.org/officeDocument/2006/relationships/slideMaster" Target="/ppt/slideMasters/slideMaster1.xml" Id="R4c72d0336f2841d3" /><Relationship Type="http://schemas.openxmlformats.org/officeDocument/2006/relationships/notesMaster" Target="/ppt/notesMasters/notesMaster1.xml" Id="R5b1f31c2e275461d" /><Relationship Type="http://schemas.openxmlformats.org/officeDocument/2006/relationships/presProps" Target="/ppt/presProps.xml" Id="R53bb213c56254244" /><Relationship Type="http://schemas.openxmlformats.org/officeDocument/2006/relationships/tableStyles" Target="/ppt/tableStyles.xml" Id="R4f09f5df28b147a6" /><Relationship Type="http://schemas.openxmlformats.org/officeDocument/2006/relationships/slide" Target="/ppt/slides/slide1.xml" Id="R63c4265a7e1c4fd3" /><Relationship Type="http://schemas.openxmlformats.org/officeDocument/2006/relationships/slide" Target="/ppt/slides/slide2.xml" Id="Rc055f7fa11bd4d99" /><Relationship Type="http://schemas.openxmlformats.org/officeDocument/2006/relationships/slide" Target="/ppt/slides/slide3.xml" Id="R37c5b01246404ecb" /><Relationship Type="http://schemas.openxmlformats.org/officeDocument/2006/relationships/slide" Target="/ppt/slides/slide4.xml" Id="R9869ba56751d4ecc" /><Relationship Type="http://schemas.openxmlformats.org/officeDocument/2006/relationships/slide" Target="/ppt/slides/slide5.xml" Id="Rd7fa303595e44480" /><Relationship Type="http://schemas.openxmlformats.org/officeDocument/2006/relationships/slide" Target="/ppt/slides/slide6.xml" Id="R76711f5962d048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4bab7fc4a346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3f55751c3449a4" /><Relationship Type="http://schemas.openxmlformats.org/officeDocument/2006/relationships/notesMaster" Target="/ppt/notesMasters/notesMaster1.xml" Id="R5fc0f3e8a92d4f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50a6dfc19d4871" /><Relationship Type="http://schemas.openxmlformats.org/officeDocument/2006/relationships/notesMaster" Target="/ppt/notesMasters/notesMaster1.xml" Id="Ra9b6fa98479547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6e2a87569d4a6e" /><Relationship Type="http://schemas.openxmlformats.org/officeDocument/2006/relationships/notesMaster" Target="/ppt/notesMasters/notesMaster1.xml" Id="Ra37365f0d09249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18ce5e6a09427c" /><Relationship Type="http://schemas.openxmlformats.org/officeDocument/2006/relationships/notesMaster" Target="/ppt/notesMasters/notesMaster1.xml" Id="R9616c8e35ec345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d18ceacbb74a04" /><Relationship Type="http://schemas.openxmlformats.org/officeDocument/2006/relationships/notesMaster" Target="/ppt/notesMasters/notesMaster1.xml" Id="R28199050b95844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c9108f5deb4218" /><Relationship Type="http://schemas.openxmlformats.org/officeDocument/2006/relationships/notesMaster" Target="/ppt/notesMasters/notesMaster1.xml" Id="Rbab8deda62864b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>Revisión de alcance del 28 de octubre, sin reescribir la cronología de la entrega original.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564a59f4d41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cd34a9c5fe4a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8e5b9a01cd4f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72db8bf714b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be475cce204d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dfefbece747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074985-B830-42E3-938B-0B989F4FAF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790771-BA6D-4F17-8078-E66D839EB0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6E546FC-12B9-4C2D-A13A-E3E8BB2A20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EAE63A-60A9-4CE6-A56D-0F0E846524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D3DB7D-8635-426F-864A-6EA6AEA5ED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980656-70DD-4808-BF20-3CD1A440B6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A0EB86-25B6-4884-ABB6-AC1D2DA350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7527C95-DAC6-41DA-AA74-65D3197CE5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F4578F-70D0-4C63-BC83-2FDF1B07DA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D66D01-2E5C-4C8B-943F-5FBD5B253F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54845f92264a6e" /><Relationship Type="http://schemas.openxmlformats.org/officeDocument/2006/relationships/slideLayout" Target="/ppt/slideLayouts/slideLayout1.xml" Id="R71100104c5884a29" /><Relationship Type="http://schemas.openxmlformats.org/officeDocument/2006/relationships/slideLayout" Target="/ppt/slideLayouts/slideLayout2.xml" Id="R8c6b4e235125409f" /><Relationship Type="http://schemas.openxmlformats.org/officeDocument/2006/relationships/slideLayout" Target="/ppt/slideLayouts/slideLayout3.xml" Id="Rd5860069516c45d5" /><Relationship Type="http://schemas.openxmlformats.org/officeDocument/2006/relationships/slideLayout" Target="/ppt/slideLayouts/slideLayout4.xml" Id="R992d524e7df244e3" /><Relationship Type="http://schemas.openxmlformats.org/officeDocument/2006/relationships/slideLayout" Target="/ppt/slideLayouts/slideLayout5.xml" Id="R9eeba15988b74f8e" /><Relationship Type="http://schemas.openxmlformats.org/officeDocument/2006/relationships/slideLayout" Target="/ppt/slideLayouts/slideLayout6.xml" Id="R6b81ed0229ff4d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100104c5884a29"/>
    <p:sldLayoutId xmlns:r="http://schemas.openxmlformats.org/officeDocument/2006/relationships" id="2147483650" r:id="R8c6b4e235125409f"/>
    <p:sldLayoutId xmlns:r="http://schemas.openxmlformats.org/officeDocument/2006/relationships" id="2147483651" r:id="Rd5860069516c45d5"/>
    <p:sldLayoutId xmlns:r="http://schemas.openxmlformats.org/officeDocument/2006/relationships" id="2147483652" r:id="R992d524e7df244e3"/>
    <p:sldLayoutId xmlns:r="http://schemas.openxmlformats.org/officeDocument/2006/relationships" id="2147483653" r:id="R9eeba15988b74f8e"/>
    <p:sldLayoutId xmlns:r="http://schemas.openxmlformats.org/officeDocument/2006/relationships" id="2147483654" r:id="R6b81ed0229ff4d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7e5314586443a8" /><Relationship Type="http://schemas.openxmlformats.org/officeDocument/2006/relationships/notesSlide" Target="/ppt/notesSlides/notesSlide1.xml" Id="Rf5c74eb51c5e45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cbc2bf50824787" /><Relationship Type="http://schemas.openxmlformats.org/officeDocument/2006/relationships/notesSlide" Target="/ppt/notesSlides/notesSlide2.xml" Id="Re78c375e6f3041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06385a74b240f6" /><Relationship Type="http://schemas.openxmlformats.org/officeDocument/2006/relationships/notesSlide" Target="/ppt/notesSlides/notesSlide3.xml" Id="Rdd338e6a6d0f4f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76206eea6c4167" /><Relationship Type="http://schemas.openxmlformats.org/officeDocument/2006/relationships/notesSlide" Target="/ppt/notesSlides/notesSlide4.xml" Id="R7d4d2740cf8447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e5f792ecaa47ae" /><Relationship Type="http://schemas.openxmlformats.org/officeDocument/2006/relationships/notesSlide" Target="/ppt/notesSlides/notesSlide5.xml" Id="R1a4cb7dae0b344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85210aa65048a1" /><Relationship Type="http://schemas.openxmlformats.org/officeDocument/2006/relationships/notesSlide" Target="/ppt/notesSlides/notesSlide6.xml" Id="R8df69567909a44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20EDF-B288-4BCC-B15E-2AE6BBB5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Fractal · Propuesta revisada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3A999-767C-47C2-B00D-9B97C7D5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Demanda, conexiones y ritmos del subway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Renzo Acervo Correa · Stewart Maquera Bobadilla · José Condori Palomino</a:t>
            </a:r>
          </a:p>
          <a:p xmlns:a="http://schemas.openxmlformats.org/drawingml/2006/main">
            <a: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UTEC · DS5343 · 2026-2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2DB48-A52A-433B-87F3-D49FCE73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05 · revisión del 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8243456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09D4C-691E-41A9-8CEE-DB710BEF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Problema y audiencia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01A09-7C56-4234-9143-740DE28F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Analistas de transporte e investigadores urbanos.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Encontrar territorios, horarios y corredores que merecen aforos, revisión de demanda o estudios de contingencia.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No se dispone de oferta y capacidad para decidir frecuencias óptimas.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E9FEB-B799-49C8-8C7F-DC77F741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05 · revisión del 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619664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F6C8F-41C0-4F22-B135-6A9138D0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Datos disponibles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D39FF-E3EC-464A-86B2-5568AD6D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Entradas 2019–2024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72 meses · 141.836.156 registros fuente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OD estimado 2021–2024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48 meses · 446.399.011 registros fuente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Referencia GTFS 2026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424 complejos · 547 enlaces ferroviarios + 2 transferencias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9636C-51A3-4A96-B53C-BDF277DC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05 · revisión del 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2882292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F4F72-1B21-4650-AEE4-112A9901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Tres primeras preguntas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ADD70-C507-4E4E-94AA-88CF296B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T1 · Redistribución territorial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¿Qué zonas recuperaron demanda y cuáles perdieron peso entre 2019 y 2024?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T2 · Dependencia e intercambios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¿Ganaron peso los viajes locales y entre boroughs o aumentó la dependencia de Manhattan entre 2021 y 2024?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T3 · Ventanas de demanda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¿Dónde y cuándo se desplazaron las franjas de mayor demanda?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CD4BD-7D69-4CF9-AC1D-F94B4069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05 · revisión del 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8261372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1BB24-51F8-4FEA-B796-9EF29D06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Red y dirección: otras preguntas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5E5A6-4B67-4F06-80CA-5F1E211E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T4 · Corredores de soporte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¿Qué tramos de la red de referencia sostienen los principales intercambios?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T5 · Balance externo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¿Qué territorios generan o atraen más viajes externos y en qué franjas cambia el balance?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T6 · Exposición a interrupciones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¿Qué viajes perderían conexión o requerirían mayor distancia al retirar un enlace de referencia?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AC68F-FB09-4A3B-91D4-31BCDE5D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05 · revisión del 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4137311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D0C1A-2C9A-4FC9-A908-2B6D998F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Factibilidad y alcance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A3D70-B5AE-4E65-829C-CC04CBD3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Cálculos para las seis tareas: preparados y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Pendiente en la interfaz: síntesis territorial, balance externo, consulta exacta por tramo, detector de ventanas y escenario de interrupción.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Evaluación con personas y auditoría completa de accesibilidad: pendientes.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Responsables propuestos a ratificar con el equipo.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D3F75-FB01-44DB-83B1-0E3B7937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05 · revisión del 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8018571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2026-10-28T15:44:22.3020000Z</dcterms:created>
  <dcterms:modified xsi:type="dcterms:W3CDTF">2026-10-28T15:44:22.3020000Z</dcterms:modified>
</coreProperties>
</file>