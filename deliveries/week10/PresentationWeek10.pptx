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minutos: problema y audiencia · demo · decisiones y alternativas · seis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vista Perfiles, luego pestaña Recorrido y → hasta el capítulo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capítulo 5 en vivo. Luego el botón "ver estas estaciones en el explorador".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clic en Parkchester o Yankee Stadium. Mostrar el aviso de estacionalidad.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falta tiempo, contar solo las filas 1, 3 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esta diapositiva en pantalla y anotar todo: la Semana 12 pide responder sugerencia por sugerencia.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100584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del día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cambió el ritmo horario del metro de Nueva York, 2020–2024 — y quién no lo cambió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· design review · Semana 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Renzo Acervo  ·  Stewart Maquera  ·  José Condori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audiencia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metro se programa alrededor del doble pico del día laborable. Entre 2020 y 2024 esa forma cambió; la recuperación se reporta con un solo número que no dice a qué hora ni en qué barrios.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análisis: el perfil horario de cada estación, 24 × 7 = 168 valores normalizados por su total. Describe su ritmo, no su tamaño.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cambió. Que el pico se aplanó ya se sabía. La pregunta es quién resistió y dónde.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5120640" cy="17373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041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de transporte urbano, periodismo de datos, gobierno local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773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"planificadores de la MTA": la MTA tiene datos internos muy superiores a las entradas públicas.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3566160"/>
            <a:ext cx="5029200" cy="1737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3730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041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 estaciones · 60 meses · 120 855 568 registros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553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del lado del servidor con la API SODA. El navegador carga 1.6 MB.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prototipo: tres vistas, una selección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10v2/capturas/01-per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9728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· RECORRIDO · EXPLORADOR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del día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865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1865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gente volvió?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249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¿Sigue existiendo el doble pico?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 cada estación?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cambió más: cuánto o cómo?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Bronx?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dejó de comprar el abono?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169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4169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 podemos afirmar?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663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es la vista base. Recorrido lleva los siete capítulos con Play. Explorador es libre. Un clic en un hallazgo abre su capítulo; cada capítulo abre el explorador ya configurado.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los genera build_model.py desde los datos. Dos son negativos: lo que los datos no sostienen.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hallazgo: el Bronx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10v2/capturas/07-bron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97280"/>
            <a:ext cx="69494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188720"/>
            <a:ext cx="4114800" cy="36576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371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Perdió más pasajeros que nadie y es el único borough donde el día no cambió de forma.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256032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aplanaron &gt;5 %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2907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56 %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−5 %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51 %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236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0" y="3236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−19 %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−18 %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3895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3895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0" y="3895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−16 %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3895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79 %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4343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Aplanar el pico es lo que hace el trabajo híbrido. Donde la gente no puede quedarse en casa, el pico se queda y solo baja el volumen.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5303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hipótesis consistente con los datos, no una medición. Aguanta tres pruebas de robustez.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explorador y la evidencia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10v2/capturas/11-explorado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9728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1887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vistas, una sola selección: mapa con cuatro lentes, rejilla de 168 h, dispersión con brush, serie con brush.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en una estación abre su panel: cifras, perfil antes/después, serie mensual y la tabla con los números detrás de cada afirmación.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comparación es poco confiable, el panel dice por qué. Nada se esconde.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visual dice qué significa cada marca y qué no: "más azul no es mejor".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y alternativas descartadas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024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024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DESCARTAMOS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0241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+ explorador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389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paneles en una pantalla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389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Funcionaban y no contaban nada. Estructura tomada de FINO (VAST 2026): preguntas como títulos, hallazgos como frases, evidencia a un clic.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 por asimetría AM/PM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 los 168 valores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212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significado físico (salir de casa / salir del trabajo), es un número por estación y se explica en una frase.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la confiabilidad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035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las estaciones dudosas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035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esconde; marcar informa. 37 estaciones con anillo punteado y motivo, fuera de las medianas.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749040"/>
            <a:ext cx="10515600" cy="731520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ventana calendario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ene–feb 2020 vs todo 2024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858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estaciones cambiaban más de 5 puntos según la ventana. Mets-Willets Point: de 287 % a 86 %.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lentes en un mapa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681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mapas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4681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lector compara con el ojo, no con la memoria: posición y tamaño se conservan.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5504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gris + línea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5504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superpuestas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55046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de small multiple el "antes" quedaba tapado.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corregimos y lo que todavía no sabemos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 DESDE LA SEMANA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536192"/>
            <a:ext cx="4937760" cy="2743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compara la misma ventana calendario.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ventanas del índice pico/valle ya no se solapan.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pasa de "372 de 414" a "80 % con umbral del 5 %, mediana −17 %".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anómalas detectadas en los datos: línea G jul–ago 2024, 21 St-Queensbridge sep 2023–mar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hallazgo escrito a mano resultó falso; ahora los genera el modelo.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SABEMOS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36192"/>
            <a:ext cx="5029200" cy="2743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9164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Bronx. Los datos muestran el patrón; la hipótesis del teletrabajo se contrasta con el Census (share de trabajo desde casa por estación).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168 h de 2024 es todavía el año completo; la recuperación ya no.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brush temporal solo cambia el tamaño de los puntos; con perfiles por mes reconstruirá la forma del día.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entradas, no viajes. Los cambios de servicio no están controlados.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en PrototypeReport.md, sección 3. Y en el capítulo 7 de la propia aplicación.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queremos feedback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96112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14400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88720"/>
            <a:ext cx="10515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280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tipología convence?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07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"Residencial / laboral" sale solo de a qué hora entra la gente. ¿Creíble, o promete más de lo que mide?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975104"/>
            <a:ext cx="10515600" cy="694944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1579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Bronx está bien contado o estamos forzando?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0939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Presentamos el teletrabajo como hipótesis. ¿Se percibe así? ¿Qué evidencia pedirían?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761488"/>
            <a:ext cx="10515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944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2852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¿Tres vistas es la estructura correcta?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Perfiles, Recorrido, Explorador. ¿Sobra alguna? ¿El recorrido debería ser la entrada por defecto?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10515600" cy="694944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730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6393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hallazgos negativos aportan o confunden?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667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 siete dicen lo que los datos no sostienen.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334256"/>
            <a:ext cx="10515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517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44256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capa de confiabilidad se lee?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453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estaciones con anillo punteado. ¿Aviso justo, o ruido? ¿Excluirlas por defecto?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10515600" cy="694944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5303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212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falta para un periodista o un investigador?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52395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audiencia que declaramos. ¿Qué pregunta harían que no responde?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la crítica: "Me gusta… / Ojalá… / ¿Y si…?"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2026-10-14T08:53:21Z</dcterms:created>
  <dcterms:modified xsi:type="dcterms:W3CDTF">2026-10-14T08:53:21Z</dcterms:modified>
</cp:coreProperties>
</file>