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2e760d3c404bec" /><Relationship Type="http://schemas.openxmlformats.org/officeDocument/2006/relationships/extended-properties" Target="/docProps/app.xml" Id="R6b9ad5e85a3b4c88" /><Relationship Type="http://schemas.openxmlformats.org/officeDocument/2006/relationships/officeDocument" Target="/ppt/presentation.xml" Id="R5859b2c6ac4a4f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342a398a334f57"/>
  </p:sldMasterIdLst>
  <p:notesMasterIdLst>
    <p:notesMasterId xmlns:r="http://schemas.openxmlformats.org/officeDocument/2006/relationships" r:id="R8586a40716e44ade"/>
  </p:notesMasterIdLst>
  <p:sldIdLst>
    <p:sldId xmlns:r="http://schemas.openxmlformats.org/officeDocument/2006/relationships" id="256" r:id="R93037ae7e24f49e8"/>
    <p:sldId xmlns:r="http://schemas.openxmlformats.org/officeDocument/2006/relationships" id="257" r:id="R7442489446014b31"/>
    <p:sldId xmlns:r="http://schemas.openxmlformats.org/officeDocument/2006/relationships" id="258" r:id="R68431d65e2d04cc1"/>
    <p:sldId xmlns:r="http://schemas.openxmlformats.org/officeDocument/2006/relationships" id="259" r:id="Ra584c4ab93ee45cf"/>
    <p:sldId xmlns:r="http://schemas.openxmlformats.org/officeDocument/2006/relationships" id="260" r:id="Rc96c152b3c8442f4"/>
    <p:sldId xmlns:r="http://schemas.openxmlformats.org/officeDocument/2006/relationships" id="261" r:id="R9326b80b5c9240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e3d340f6ed44ea" /><Relationship Type="http://schemas.openxmlformats.org/officeDocument/2006/relationships/slideMaster" Target="/ppt/slideMasters/slideMaster1.xml" Id="Rd9342a398a334f57" /><Relationship Type="http://schemas.openxmlformats.org/officeDocument/2006/relationships/notesMaster" Target="/ppt/notesMasters/notesMaster1.xml" Id="R8586a40716e44ade" /><Relationship Type="http://schemas.openxmlformats.org/officeDocument/2006/relationships/presProps" Target="/ppt/presProps.xml" Id="Rcb23c8780e9e4369" /><Relationship Type="http://schemas.openxmlformats.org/officeDocument/2006/relationships/tableStyles" Target="/ppt/tableStyles.xml" Id="R5c6fbed6cf364582" /><Relationship Type="http://schemas.openxmlformats.org/officeDocument/2006/relationships/slide" Target="/ppt/slides/slide1.xml" Id="R93037ae7e24f49e8" /><Relationship Type="http://schemas.openxmlformats.org/officeDocument/2006/relationships/slide" Target="/ppt/slides/slide2.xml" Id="R7442489446014b31" /><Relationship Type="http://schemas.openxmlformats.org/officeDocument/2006/relationships/slide" Target="/ppt/slides/slide3.xml" Id="R68431d65e2d04cc1" /><Relationship Type="http://schemas.openxmlformats.org/officeDocument/2006/relationships/slide" Target="/ppt/slides/slide4.xml" Id="Ra584c4ab93ee45cf" /><Relationship Type="http://schemas.openxmlformats.org/officeDocument/2006/relationships/slide" Target="/ppt/slides/slide5.xml" Id="Rc96c152b3c8442f4" /><Relationship Type="http://schemas.openxmlformats.org/officeDocument/2006/relationships/slide" Target="/ppt/slides/slide6.xml" Id="R9326b80b5c9240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9056507d614c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3edab9f3844cf7" /><Relationship Type="http://schemas.openxmlformats.org/officeDocument/2006/relationships/notesMaster" Target="/ppt/notesMasters/notesMaster1.xml" Id="R396cdc6b220d49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e15700c0d34f35" /><Relationship Type="http://schemas.openxmlformats.org/officeDocument/2006/relationships/notesMaster" Target="/ppt/notesMasters/notesMaster1.xml" Id="R857eeb1883ea48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167c292b194591" /><Relationship Type="http://schemas.openxmlformats.org/officeDocument/2006/relationships/notesMaster" Target="/ppt/notesMasters/notesMaster1.xml" Id="R839a7a925b1345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6eba25a36f4793" /><Relationship Type="http://schemas.openxmlformats.org/officeDocument/2006/relationships/notesMaster" Target="/ppt/notesMasters/notesMaster1.xml" Id="Rcc03a259333844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8c7a6a9a1d49fb" /><Relationship Type="http://schemas.openxmlformats.org/officeDocument/2006/relationships/notesMaster" Target="/ppt/notesMasters/notesMaster1.xml" Id="Re367d9259f6942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2e7b123c5f41c4" /><Relationship Type="http://schemas.openxmlformats.org/officeDocument/2006/relationships/notesMaster" Target="/ppt/notesMasters/notesMaster1.xml" Id="Rd8faaa7dc16c40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>Revisión de alcance del 28 de octubre, sin reescribir la cronología de la entrega original.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>Boceto estático con datos reales, fidelidad 1. No es captura ni resultado del solver. Interacciones en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fc71fc6d44d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a9db5c665642e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fea1014b0404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1e232b81a9488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6f4cc8fac546e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5d2f3f88443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EB4C70F-3FBB-4241-9603-DA2F948E03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84015AB-3320-4351-9EF6-503615CCE0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DF5F358-3C22-4F97-9AC1-88837A907E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5DB61A-E154-4888-BB13-339EB80B61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500F5D6-5A31-4DF5-ADDC-3D563A27C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FACF6E2-E249-42A4-AEAA-71F40F8AE1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34553B-1F39-4FB9-832F-FA293FA00E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2205DC4-A499-406D-8E98-7AC04EEDEB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198D17-1C37-48DF-A8F3-062E002415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97363A3-B008-4E18-BFEF-5B3903E6F8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2113457a5f419b" /><Relationship Type="http://schemas.openxmlformats.org/officeDocument/2006/relationships/slideLayout" Target="/ppt/slideLayouts/slideLayout1.xml" Id="R6b054dac952e4ded" /><Relationship Type="http://schemas.openxmlformats.org/officeDocument/2006/relationships/slideLayout" Target="/ppt/slideLayouts/slideLayout2.xml" Id="R39aba72553f84978" /><Relationship Type="http://schemas.openxmlformats.org/officeDocument/2006/relationships/slideLayout" Target="/ppt/slideLayouts/slideLayout3.xml" Id="Rff5ea5ec1fa84916" /><Relationship Type="http://schemas.openxmlformats.org/officeDocument/2006/relationships/slideLayout" Target="/ppt/slideLayouts/slideLayout4.xml" Id="R50b5797bdd3d42a6" /><Relationship Type="http://schemas.openxmlformats.org/officeDocument/2006/relationships/slideLayout" Target="/ppt/slideLayouts/slideLayout5.xml" Id="R942a28ef0439435f" /><Relationship Type="http://schemas.openxmlformats.org/officeDocument/2006/relationships/slideLayout" Target="/ppt/slideLayouts/slideLayout6.xml" Id="R639d75b9dc6743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054dac952e4ded"/>
    <p:sldLayoutId xmlns:r="http://schemas.openxmlformats.org/officeDocument/2006/relationships" id="2147483650" r:id="R39aba72553f84978"/>
    <p:sldLayoutId xmlns:r="http://schemas.openxmlformats.org/officeDocument/2006/relationships" id="2147483651" r:id="Rff5ea5ec1fa84916"/>
    <p:sldLayoutId xmlns:r="http://schemas.openxmlformats.org/officeDocument/2006/relationships" id="2147483652" r:id="R50b5797bdd3d42a6"/>
    <p:sldLayoutId xmlns:r="http://schemas.openxmlformats.org/officeDocument/2006/relationships" id="2147483653" r:id="R942a28ef0439435f"/>
    <p:sldLayoutId xmlns:r="http://schemas.openxmlformats.org/officeDocument/2006/relationships" id="2147483654" r:id="R639d75b9dc6743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495cb6b5034b64" /><Relationship Type="http://schemas.openxmlformats.org/officeDocument/2006/relationships/notesSlide" Target="/ppt/notesSlides/notesSlide1.xml" Id="R6d0b96d02e8842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fdaf0d30a0450e" /><Relationship Type="http://schemas.openxmlformats.org/officeDocument/2006/relationships/notesSlide" Target="/ppt/notesSlides/notesSlide2.xml" Id="Re558134f3a9343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d352f436594f35" /><Relationship Type="http://schemas.openxmlformats.org/officeDocument/2006/relationships/image" Target="/ppt/media/image.png" Id="R09ef660f22ff4fcc" /><Relationship Type="http://schemas.openxmlformats.org/officeDocument/2006/relationships/notesSlide" Target="/ppt/notesSlides/notesSlide3.xml" Id="Rc3ab9eed4d3d45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9ee26d2cd54200" /><Relationship Type="http://schemas.openxmlformats.org/officeDocument/2006/relationships/notesSlide" Target="/ppt/notesSlides/notesSlide4.xml" Id="R828971c851664f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74797535f14efe" /><Relationship Type="http://schemas.openxmlformats.org/officeDocument/2006/relationships/notesSlide" Target="/ppt/notesSlides/notesSlide5.xml" Id="Rceaadbe46a0c4a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dfa02c74fb44b1" /><Relationship Type="http://schemas.openxmlformats.org/officeDocument/2006/relationships/notesSlide" Target="/ppt/notesSlides/notesSlide6.xml" Id="R46ec2a657bc646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8D95D-BCBC-4267-9721-29CAF700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Fractal · Prototipo y revisión de diseño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628F4-8F19-44AD-940C-0F1DAF3C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Demanda, conexiones y ritmos del subway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Renzo Acervo Correa · Stewart Maquera Bobadilla · José Condori Palomino</a:t>
            </a:r>
          </a:p>
          <a:p xmlns:a="http://schemas.openxmlformats.org/drawingml/2006/main">
            <a: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UTEC · DS5343 · 2026-2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5A6BA-EF7C-4706-81F6-81BC67CA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10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2757039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2D8A6-FA9C-4337-8EF6-F8C9CE3A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Propósito y audiencia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043AD-1644-49BF-8C16-0FECB521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Analistas de transporte e investigadores urbanos.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Encontrar territorios, horarios y corredores que merecen aforos, revisión de demanda o estudios de contingencia.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No se dispone de oferta y capacidad para decidir frecuencias óptimas.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6C00A-E3FE-41C2-BCB1-640817E3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10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3235802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D404F-57D6-4FC6-9287-E7BA353A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Recorrido de demostración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DDB33-2EB1-4620-8973-B689314B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10 · revisión del 28 de octubre de 2026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DA12DE-EF95-4CAC-8574-F3194E9A21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f660f22ff4fcc"/>
          <a:stretch xmlns:a="http://schemas.openxmlformats.org/drawingml/2006/main"/>
        </p:blipFill>
        <p:spPr>
          <a:xfrm xmlns:a="http://schemas.openxmlformats.org/drawingml/2006/main">
            <a:off x="2314355" y="1381125"/>
            <a:ext cx="7563289" cy="471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2264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9C3D4-5639-479F-A51D-3520DCA0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Los años históricos ya están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CBED8-A1E7-4F5A-92C5-B85984CC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Mapa: OD del año elegido, disponible 2021–2024.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Derecha: Base histórica incluye 2019 y 2020.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Al elegirlos, ambos años usan entradas MTA.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2019 es anterior a la pandemia.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2020 completo incluye la pandemia.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No se inventan OD ni caminos históricos.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063DE-D3B2-4AD5-9B69-DBFBEE66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10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20393515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F3D29-3EAE-4A17-9FE4-A3729422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Qué preguntar a los revisores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D067A-DF70-4D36-B2AB-164555C9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¿Se distinguen las fuentes del mapa y la derecha?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¿Se confunde ancho del haz con congestión?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¿Se puede volver a la vista general?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¿Se distingue cantidad de peso semanal?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Me gusta / Desearía / ¿Y si?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No se inventan respuestas recibidas.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496AA9-39FD-4559-B414-C4F87BDE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10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3289308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C411F-1FC6-471D-B3FA-5B306FD2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Qué funciona y qué falta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8A6BD-084A-468E-87FB-9E758E54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Cálculos para las seis tareas: preparados y verificables.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Pendiente en la interfaz: síntesis territorial, balance externo, consulta exacta por tramo, detector de ventanas y escenario de interrupción.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Evaluación con personas y auditoría completa de accesibilidad: pendientes.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Responsables propuestos a ratificar con el equipo.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471FA-EAE9-465F-ADBB-441BFE73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10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096105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2026-10-28T15:50:02.9620000Z</dcterms:created>
  <dcterms:modified xsi:type="dcterms:W3CDTF">2026-10-28T15:50:02.9620000Z</dcterms:modified>
</coreProperties>
</file>