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problema, demo, decisiones, y las seis preguntas en las que queremos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falta de datos: es el nivel de agregación con que se reportan.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acá. Mostrar el hover y el zoom del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el brush en vivo y después doble clic para limpiarlo.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poco tiempo, contar solo la primera y la última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más importante del contenido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esconder nada: el PDF pide explícitamente documentar lo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mientras recibimos el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 · cómo cambió el ritmo horario del metro de Nueva York, 2020–2024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01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programa su servicio alrededor del doble pico del día laborable. Entre 2020 y 2024 esa forma cambió.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se reporta con un solo número: dice cuánta demanda volvió, no a qué hora ni en qué estaciones.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unidad de análisis es el perfil horario semanal de cada estación: 168 valores normalizados por su propio total. Describe su ritmo, no su tamaño.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5120640" cy="19202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94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Planificadores de servicio de la MTA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297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que apoya: dónde reasignar frecuencia de servicio.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5029200" cy="19202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474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94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120 855 568 registros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3434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SODA; el navegador carga 1.4 MB.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 · cuatro vistas enlazadas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52360" y="132588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1362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1691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recuperación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= entradas/día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65176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26883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semanales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0175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= ene–feb 2020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azul = 2024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97764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40142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343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(x) contra después (y)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la diagonal = se aplanó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530352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7936992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del sistema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56692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meses, con el nivel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enero 2020 de referencia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interacción: una selección filtra todo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bru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325880"/>
            <a:ext cx="393192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53619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brush sobre la dispersión selecciona las estaciones de pico bajo en ambos períodos.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606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 de 428  ·  55 % de las entradas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33832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apaga el resto y la rejilla de perfiles se reconstruye con solo esas estaciones.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44805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vive en un solo módulo. Cualquier vista que lo cambie redibuja las cuatro: eso es el brushing &amp; linking del proyecto.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207008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350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multiples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3350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líneas superpuestas · animar la transición · agrupar en 4 tipos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3350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overplotting borra la forma; la animación rinde peor comparando momentos distantes (Lee 2020); agrupar promedia y esconde la variación.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194560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225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vertical común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32257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escala por múltiplo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225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escala propia cada gráfico llena su caja y las formas dejan de ser comparables, que es el único motivo para ponerlas juntas.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182112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 azul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310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31012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124 × 42 px la línea gris quedaba tapada y la comparación antes/después no se leía.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169664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divergente recortado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4297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secuencial lineal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2976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es un valor respecto de una referencia. Recortado en p10–p90 porque unos extremos (287 %) comprimían el resto.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5157216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5285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en escala log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5285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de la diferencia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52852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 es una razón. Las barras pierden el nivel de partida: ir de 6 a 5 no es lo mismo que ir de 2 a 1.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978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9784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97840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que invirtió la 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es enero–febrero de 2020, no el año 2020 completo.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029200" cy="13716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año 2020 completo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  →  2.35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habría pasado nada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874520"/>
            <a:ext cx="5029200" cy="1371600"/>
          </a:xfrm>
          <a:prstGeom prst="rect">
            <a:avLst/>
          </a:prstGeom>
          <a:solidFill>
            <a:srgbClr val="FBED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enero–febrero de 2020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2.90  →  2.35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se aplanó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2020 completo ya venía aplanado por el confinamiento: usarlo como referencia esconde el fenómeno. Es el mismo criterio de Hsu et al. con el metro de Taipéi: comparar el mismo período calendario entre dos años.</a:t>
            </a:r>
            <a:endParaRPr lang="en-US" sz="1400" dirty="0"/>
          </a:p>
        </p:txBody>
      </p:sp>
      <p:pic>
        <p:nvPicPr>
          <p:cNvPr id="16" name="Image 0" descr="/home/claude/w10/img/disp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1336" y="4187952"/>
            <a:ext cx="4498848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de 414 estaciones redujeron su razón pico/valle. 14 se excluyen: su máximo cae en el borde de la ventana de búsqueda.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conocidas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no reconstruye los perfiles: solo cambia el tamaño de los puntos del mapa.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dibujan 120 múltiplos de los 428; falta scroll virtual.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no tiene contexto geográfico de fondo.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la vista E (composición tarifaria) y la capa de anotaciones.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accesibilidad por teclado; paleta no verificada para daltonismo.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DATOS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Mets-Willets Point marca 287 %: artefacto de la línea base (temporada baja de béisbol).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estaciones excluidas de la dispersión por el criterio de borde de ventana.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viajes: no hay pares origen–destino.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complejo de estación, no la estación individual.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MetroCard → OMNY es adopción tecnológica, no cambio de demanda.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349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están documentadas en PrototypeReport.md, sección 3.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mapa necesita contexto geográfico?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30759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son puntos sueltos. Un GeoJSON de boroughs es asumible, pero puede competir con el color.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entiende "pico/valle"?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093976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índice nuestro. Si no se lee, cambiamos la vista D por un gráfico de pendientes.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orden por defecto de los perfiles?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880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entra por recuperación ascendente. La alternativa es por magnitud del cambio.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¿Vale la pena el brush temporal como está?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3666744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cambia el tamaño de los puntos. ¿Útil, o promesa falsa?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Mets-Willets Point?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852160" y="445312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287 % es ruido estacional y es el punto más llamativo del mapa. ¿Excluir, anotar o dejar?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recorte de color en p10/p90 esconde algo?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523951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contraste en el centro y a cambio aplana los extremos.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2026-10-14T02:24:19Z</dcterms:created>
  <dcterms:modified xsi:type="dcterms:W3CDTF">2026-10-14T02:24:19Z</dcterms:modified>
</cp:coreProperties>
</file>