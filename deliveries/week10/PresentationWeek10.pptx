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minutos: problema, demo, decisiones, y las seis preguntas en las que queremos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 no es falta de datos: es el nivel de agregación con que se reportan.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 acá. Mostrar el hover y el zoom del 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Hacer el brush en vivo y después doble clic para limpiarlo.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poco tiempo, contar solo la primera y la última fila.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más importante del contenido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esconder nada: el PDF pide explícitamente documentar lo incompleto.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Dejar esta diapositiva en pantalla mientras recibimos el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"/>
            <a:ext cx="12161520" cy="100584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 funcional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88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forma del día · cómo cambió el ritmo horario del metro de Nueva York, 2020–2024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101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review · Semana 10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77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Renzo Acervo  ·  Stewart Maquera  ·  José Condori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audiencia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metro programa su servicio alrededor del doble pico del día laborable. Entre 2020 y 2024 esa forma cambió.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recuperación se reporta con un solo número: dice cuánta demanda volvió, no a qué hora ni en qué estaciones.</a:t>
            </a:r>
            <a:endParaRPr lang="en-US" sz="16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unidad de análisis es el perfil horario semanal de cada estación: 168 valores normalizados por su propio total. Describe su ritmo, no su tamaño.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291840"/>
            <a:ext cx="5120640" cy="192024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7280" y="3474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AUDIENCIA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947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Planificadores de servicio de la MTA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297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que apoya: dónde reasignar frecuencia de servicio.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3291840"/>
            <a:ext cx="5029200" cy="19202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34747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37947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428 estaciones · 60 meses · 168 horas por estación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34340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Agregados del lado del servidor con la API SODA; el navegador carga 1.4 MB.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prototipo · cuatro vistas enlazadas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/img/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583680" cy="55412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52360" y="1325880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936992" y="13624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36992" y="16916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= recuperación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= entradas/día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2651760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7936992" y="26883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semanales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36992" y="301752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gris = ene–feb 2020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azul = 2024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3977640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7936992" y="40142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Pico/valle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936992" y="43434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(x) contra después (y)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la diagonal = se aplanó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452360" y="5303520"/>
            <a:ext cx="384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7936992" y="53400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 del sistema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936992" y="56692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meses, con el nivel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enero 2020 de referencia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interacción: una selección filtra todo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pic>
        <p:nvPicPr>
          <p:cNvPr id="6" name="Image 0" descr="/home/claude/w10/img/bru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6583680" cy="55412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52360" y="1325880"/>
            <a:ext cx="3931920" cy="36576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52360" y="153619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brush sobre la dispersión selecciona las estaciones de pico bajo en ambos períodos.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2606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161 de 428  ·  55 % de las entradas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452360" y="33832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apaga el resto y la rejilla de perfiles se reconstruye con solo esas estaciones.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452360" y="448056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estado vive en un solo módulo. Cualquier vista que lo cambie redibuja las cuatro: eso es el brushing &amp; linking del proyecto.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diseño y alternativas descartadas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207008"/>
            <a:ext cx="1051560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33502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multiples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335024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428 líneas superpuestas · animar la transición · agrupar en 4 tipos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335024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overplotting borra la forma; la animación rinde peor comparando momentos distantes (Lee 2020); agrupar promedia y esconde la variación.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2194560"/>
            <a:ext cx="10515600" cy="87782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32257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vertical común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322576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escala por múltiplo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32257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escala propia cada gráfico llena su caja y las formas dejan de ser comparables, que es el único motivo para ponerlas juntas.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182112"/>
            <a:ext cx="1051560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3101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gris + línea azul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331012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líneas superpuestas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3310128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124 × 42 px la línea gris quedaba tapada y la comparación antes/después no se leía.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22960" y="4169664"/>
            <a:ext cx="10515600" cy="87782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42976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divergente recortado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4297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secuencial lineal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429768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recuperación es un valor respecto de una referencia. Recortado en p10–p90 porque unos extremos (287 %) comprimían el resto.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22960" y="5157216"/>
            <a:ext cx="1051560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" y="52852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Dispersión en escala log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52852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 de la diferencia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528523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Pico/valle es una razón. Las barras pierden el nivel de partida: ir de 6 a 5 no es lo mismo que ir de 2 a 1.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9784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97840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DESCARTAMOS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97840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 que invirtió la conclusión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base es enero–febrero de 2020, no el año 2020 completo.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1874520"/>
            <a:ext cx="5029200" cy="137160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5156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el año 2020 completo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  →  2.35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habría pasado nada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1874520"/>
            <a:ext cx="5029200" cy="1371600"/>
          </a:xfrm>
          <a:prstGeom prst="rect">
            <a:avLst/>
          </a:prstGeom>
          <a:solidFill>
            <a:srgbClr val="FBED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3796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enero–febrero de 2020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331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2.90  →  2.35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pico se aplanó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4747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año 2020 completo ya venía aplanado por el confinamiento: usarlo como referencia esconde el fenómeno. Es el mismo criterio de Hsu et al. con el metro de Taipéi: comparar el mismo período calendario entre dos años.</a:t>
            </a:r>
            <a:endParaRPr lang="en-US" sz="1400" dirty="0"/>
          </a:p>
        </p:txBody>
      </p:sp>
      <p:pic>
        <p:nvPicPr>
          <p:cNvPr id="16" name="Image 0" descr="/home/claude/w10/img/disper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31336" y="4187952"/>
            <a:ext cx="4498848" cy="21031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372 de 414 estaciones redujeron su razón pico/valle. 14 se excluyen: su máximo cae en el borde de la ventana de búsqueda.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conocidas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234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PROTOTIPO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1536192"/>
            <a:ext cx="484632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9164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brush temporal no reconstruye los perfiles: solo cambia el tamaño de los puntos del mapa.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dibujan 120 múltiplos de los 428; falta scroll virtual.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no tiene contexto geográfico de fondo.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la vista E (composición tarifaria) y la capa de anotaciones.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accesibilidad por teclado; paleta no verificada para daltonismo.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234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DATOS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536192"/>
            <a:ext cx="4846320" cy="27432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69164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Mets-Willets Point marca 287 %: artefacto de la línea base (temporada baja de béisbol).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estaciones excluidas de la dispersión por el criterio de borde de ventana.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entradas, no viajes: no hay pares origen–destino.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complejo de estación, no la estación individual.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MetroCard → OMNY es adopción tecnológica, no cambio de demanda.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53492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están documentadas en PrototypeReport.md, sección 3.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1B4F8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74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queremos feedback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896112"/>
            <a:ext cx="1371600" cy="41148"/>
          </a:xfrm>
          <a:prstGeom prst="rect">
            <a:avLst/>
          </a:prstGeom>
          <a:solidFill>
            <a:srgbClr val="E07A16"/>
          </a:solidFill>
          <a:ln/>
        </p:spPr>
      </p:sp>
      <p:sp>
        <p:nvSpPr>
          <p:cNvPr id="5" name="Shape 3"/>
          <p:cNvSpPr/>
          <p:nvPr/>
        </p:nvSpPr>
        <p:spPr>
          <a:xfrm>
            <a:off x="2057400" y="914400"/>
            <a:ext cx="9418320" cy="13716"/>
          </a:xfrm>
          <a:prstGeom prst="rect">
            <a:avLst/>
          </a:prstGeom>
          <a:solidFill>
            <a:srgbClr val="D5D5D5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188720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137160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128016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mapa necesita contexto geográfico?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307592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son puntos sueltos. Un GeoJSON de boroughs es asumible, pero puede competir con el color.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1975104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15798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2066544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 entiende "pico/valle"?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2093976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índice nuestro. Si no se lee, cambiamos la vista D por un gráfico de pendientes.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2761488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294436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285292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orden por defecto de los perfiles?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28803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entra por recuperación ascendente. La alternativa es por magnitud del cambio.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373075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363931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¿Vale la pena el brush temporal como está?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852160" y="3666744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cambia el tamaño de los puntos. ¿Útil, o promesa falsa?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10515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5840" y="4517136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481328" y="442569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hacemos con Mets-Willets Point?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852160" y="445312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287 % es ruido estacional y es el punto más llamativo del mapa. ¿Excluir, anotar o dejar?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22960" y="5120640"/>
            <a:ext cx="10515600" cy="694944"/>
          </a:xfrm>
          <a:prstGeom prst="rect">
            <a:avLst/>
          </a:prstGeom>
          <a:solidFill>
            <a:srgbClr val="F7F9FB"/>
          </a:solidFill>
          <a:ln w="9525">
            <a:solidFill>
              <a:srgbClr val="D5D5D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05840" y="530352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7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481328" y="5212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4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¿El recorte de color en p10/p90 esconde algo?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852160" y="5239512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contraste en el centro y a cambio aplana los extremos.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la crítica: "Me gusta… / Ojalá… / ¿Y si…?"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2026-10-14T02:24:19Z</dcterms:created>
  <dcterms:modified xsi:type="dcterms:W3CDTF">2026-10-14T02:24:19Z</dcterms:modified>
</cp:coreProperties>
</file>