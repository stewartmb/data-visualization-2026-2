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minutos: problema y audiencia · demo · decisiones y alternativas · seis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en vivo: Matriz, lente Qué cambió, luego pestaña Recorrido y → hasta el capítulo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el capítulo 5 en vivo. Luego el botón "ver estas estaciones en el explorador".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en vivo: en el mapa, clic en Yankee Stadium. Mostrar el aviso de estacionalidad.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falta tiempo, contar solo las filas 1, 3 y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Dejar esta diapositiva en pantalla y anotar todo: la Semana 12 pide responder sugerencia por sugerencia.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0"/>
            <a:ext cx="12161520" cy="100584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828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forma del día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974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cambió el ritmo horario del metro de Nueva York, 2020–2024 — y quién no lo cambió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461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Prototipo funcional · design review · Semana 10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931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Renzo Acervo  ·  Stewart Maquera  ·  José Condori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y audiencia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325880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metro se programa alrededor del doble pico del día laborable. Entre 2020 y 2024 esa forma cambió; la recuperación se reporta con un solo número que no dice a qué hora ni en qué barrios.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de análisis: el perfil horario de cada estación, 24 × 7 = 168 valores normalizados por su total. Describe su ritmo, no su tamaño.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pregunta cambió. Que el pico se aplanó ya se sabía. La pregunta es quién resistió y dónde.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3566160"/>
            <a:ext cx="5120640" cy="173736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97280" y="37307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AUDIENCIA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404164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Investigadores de transporte urbano, periodismo de datos, gobierno local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477316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no "planificadores de la MTA": la MTA tiene datos internos muy superiores a las entradas públicas.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309360" y="3566160"/>
            <a:ext cx="5029200" cy="173736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0" y="373075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404164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428 estaciones · 60 meses · 120 855 568 registros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455371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Agregados del lado del servidor con la API SODA. El navegador carga 1.6 MB.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prototipo: tres vistas, una selección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pic>
        <p:nvPicPr>
          <p:cNvPr id="6" name="Image 0" descr="/home/claude/w10v2/capturas/02-matriz-camb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09728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0" y="1143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· RECORRIDO · MAPA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14813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092440" y="148132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forma del día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18288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092440" y="18288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¿Cuánta gente volvió?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21762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217627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¿Sigue existiendo el doble pico?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252374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8092440" y="252374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días de la semana cambiaron?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287121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092440" y="287121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¿Para qué se usa cada estación?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32186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92440" y="321868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el Bronx?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0" y="3566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092440" y="3566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¿Quién dejó de comprar el abono?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391363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092440" y="39136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no podemos afirmar?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66344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es la vista base: 428 estaciones × 168 horas, tres lentes. Recorrido lleva siete capítulos con Play; cada uno es un gráfico a pantalla completa. Mapa: cinco lentes, cada estación como un reloj. Una sola selección en las tres.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822960" y="5989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hallazgos los genera build_model.py desde los datos. Dos son negativos: lo que los datos no sostienen.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hallazgo: el Bronx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pic>
        <p:nvPicPr>
          <p:cNvPr id="6" name="Image 0" descr="/home/claude/w10v2/capturas/09-bron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097280"/>
            <a:ext cx="694944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772400" y="1188720"/>
            <a:ext cx="4114800" cy="36576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72400" y="137160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Perdió más pasajeros que nadie y es el único borough donde el día no cambió de forma.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772400" y="2560320"/>
            <a:ext cx="9144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26060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9052560" y="26060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recup.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10058400" y="26060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pico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10881360" y="2606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aplanaron &gt;5 %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29077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Bronx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9052560" y="290779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56 %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0" y="290779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−5 %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10881360" y="29077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51 %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323697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Brooklyn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9052560" y="323697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69 %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058400" y="32369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−19 %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10881360" y="323697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92 %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3566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Queens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9052560" y="3566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69 %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10058400" y="35661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−18 %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10881360" y="35661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85 %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772400" y="389534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Manhattan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9052560" y="389534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69 %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10058400" y="389534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−16 %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10881360" y="38953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79 %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7772400" y="43434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Aplanar el pico es lo que hace el trabajo híbrido. Donde la gente no puede quedarse en casa, el pico se queda y solo baja el volumen.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7772400" y="530352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una hipótesis consistente con los datos, no una medición. Aguanta tres pruebas de robustez.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explorador y la evidencia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pic>
        <p:nvPicPr>
          <p:cNvPr id="6" name="Image 0" descr="/home/claude/w10v2/capturas/13-mapa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09728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0" y="1188720"/>
            <a:ext cx="41148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vistas, una sola selección: mapa con cuatro lentes, rejilla de 168 h, dispersión con brush, serie con brush.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clic en una estación abre su panel: cifras, perfil antes/después, serie mensual y la tabla con los números detrás de cada afirmación.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comparación es poco confiable, el panel dice por qué. Nada se esconde.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clave visual dice qué significa cada marca y qué no: "más azul no es mejor".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diseño y alternativas descartadas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1024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ELEGIMOS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474720" y="102412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DESCARTAMOS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1024128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22960" y="1280160"/>
            <a:ext cx="10515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138988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Argumento + explorador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138988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paneles en una pantalla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138988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Funcionaban y no contaban nada. Estructura tomada de FINO (VAST 2026): preguntas como títulos, hallazgos como frases, evidencia a un clic.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" y="2103120"/>
            <a:ext cx="10515600" cy="731520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22128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Tipología por asimetría AM/PM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3474720" y="22128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de los 168 valores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126480" y="221284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 significado físico (salir de casa / salir del trabajo), es un número por estación y se explica en una frase.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2960" y="2926080"/>
            <a:ext cx="10515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05840" y="303580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Marcar la confiabilidad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474720" y="303580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excluir las estaciones dudosas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126480" y="303580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Excluir esconde; marcar informa. 37 estaciones con anillo punteado y motivo, fuera de las medianas.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22960" y="3749040"/>
            <a:ext cx="10515600" cy="731520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05840" y="38587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ventana calendario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3474720" y="385876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ene–feb 2020 vs todo 2024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385876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 estaciones cambiaban más de 5 puntos según la ventana. Mets-Willets Point: de 287 % a 86 %.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22960" y="4572000"/>
            <a:ext cx="10515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05840" y="468172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lentes en un mapa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3474720" y="468172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mapas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126480" y="468172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lector compara con el ojo, no con la memoria: posición y tamaño se conservan.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22960" y="5394960"/>
            <a:ext cx="10515600" cy="731520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05840" y="550468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gris + línea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3474720" y="550468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líneas superpuestas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6126480" y="550468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escala de small multiple el "antes" quedaba tapado.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corregimos y lo que todavía no sabemos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2344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CORREGIDO DESDE LA SEMANA 7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1536192"/>
            <a:ext cx="4937760" cy="27432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91640"/>
            <a:ext cx="49377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recuperación compara la misma ventana calendario.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ventanas del índice pico/valle ya no se solapan.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titular pasa de "372 de 414" a "80 % con umbral del 5 %, mediana −17 %".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Caídas anómalas detectadas en los datos: línea G jul–ago 2024, 21 St-Queensbridge sep 2023–mar 2024.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hallazgo escrito a mano resultó falso; ahora los genera el modelo.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12344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SABEMOS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536192"/>
            <a:ext cx="5029200" cy="27432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17920" y="1691640"/>
            <a:ext cx="50292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el Bronx. Los datos muestran el patrón; la hipótesis del teletrabajo se contrasta con el Census (share de trabajo desde casa por estación).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perfil de 168 h de 2024 es todavía el año completo; la recuperación ya no.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brush temporal solo cambia el tamaño de los puntos; con perfiles por mes reconstruirá la forma del día.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entradas, no viajes. Los cambios de servicio no están controlados.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6692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está en PrototypeReport.md, sección 3. Y en el capítulo 7 de la propia aplicación.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qué queremos feedback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188720"/>
            <a:ext cx="10515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137160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12801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¿La tipología convence?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30759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"Residencial / laboral" sale solo de a qué hora entra la gente. ¿Creíble, o promete más de lo que mide?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1975104"/>
            <a:ext cx="10515600" cy="694944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15798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2066544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¿El Bronx está bien contado o estamos forzando?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209397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Presentamos el teletrabajo como hipótesis. ¿Se percibe así? ¿Qué evidencia pedirían?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2761488"/>
            <a:ext cx="10515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5840" y="294436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481328" y="285292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¿Tres vistas es la estructura correcta?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28803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Matriz, Recorrido, Mapa. ¿Sobra alguna? ¿La matriz es la entrada correcta?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2960" y="3547872"/>
            <a:ext cx="10515600" cy="694944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05840" y="373075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1481328" y="363931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¿Los hallazgos negativos aportan o confunden?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6667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de ocho dicen lo que los datos no sostienen.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2960" y="4334256"/>
            <a:ext cx="10515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05840" y="4517136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1481328" y="4425696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¿La capa de confiabilidad se lee?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445312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estaciones con anillo punteado. ¿Aviso justo, o ruido? ¿Excluirlas por defecto?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22960" y="5120640"/>
            <a:ext cx="10515600" cy="694944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05840" y="530352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1481328" y="52120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le falta para un periodista o un investigador?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6035040" y="523951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audiencia que declaramos. ¿Qué pregunta harían que no responde?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" y="5989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de la crítica: "Me gusta… / Ojalá… / ¿Y si…?"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2026-10-14T09:41:15Z</dcterms:created>
  <dcterms:modified xsi:type="dcterms:W3CDTF">2026-10-14T09:41:15Z</dcterms:modified>
</cp:coreProperties>
</file>