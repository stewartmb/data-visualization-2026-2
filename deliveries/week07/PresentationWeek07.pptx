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1 consolida las semanas 4 a 6 y fija el alcance antes de implementar.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falta de datos, es el nivel de agregación con que se reportan.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preguntas 1 a 5 responden a la audiencia principal; las 6 y 7 a la secundaria.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pipeline salió de medir, no de adivinar.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hallazgos con numeros. El cuarto es el que depende de la linea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cambio de fondo de esta fase. Si preguntan algo, va a ser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vistas enlazadas por brushing. Una seleccion en cualquiera filtra las demas.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primeras vistas son el nucleo y sostienen cinco de las siete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participan en preguntas, critica de diseno y presentacion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es la importante: la conclusion se invirtio al cambiar la referencia.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1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de la primera fase · La forma del día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programa su servicio alrededor del doble pico del día laborable. Entre 2020 y 2024 esa forma cambió.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se reporta con un solo número: dice cuánta demanda volvió, no a qué hora ni en qué estaciones.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Trabajamos con el perfil horario semanal de cada estación: 168 valores normalizados por su propio total.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5120640" cy="2103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 PRINCIPAL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657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Planificadores de servicio de la MTA y analistas de transporte urbano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434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Decisión: dónde reasignar frecuencia de servicio.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154680"/>
            <a:ext cx="5029200" cy="21031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337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 SECUNDARIA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657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Periodismo de transporte y gobiernos locales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297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equidad: si la recuperación fue pareja entre barrios.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dominio revisadas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63040"/>
            <a:ext cx="10515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581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del volumen total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084832"/>
            <a:ext cx="10515600" cy="512064"/>
          </a:xfrm>
          <a:prstGeom prst="rect">
            <a:avLst/>
          </a:prstGeom>
          <a:solidFill>
            <a:srgbClr val="FBEDE0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037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2128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se aplanó y se corrió el día laborable respecto de la línea base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2231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706624"/>
            <a:ext cx="10515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8254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834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 de estaciones por forma de perfil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3328416"/>
            <a:ext cx="10515600" cy="51206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4564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estaciones cambiaron de tipo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3950208"/>
            <a:ext cx="10515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069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07822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geográfica de esos cambios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572000"/>
            <a:ext cx="10515600" cy="51206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690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47000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recuperación fue pareja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22960" y="5193792"/>
            <a:ext cx="105156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5312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532180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clase tarifaria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852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2 se reformuló: el cambio no es la desaparición del doble pico, es su corrimiento y aplanamiento.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datos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previa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373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complejos de estación, presentes los cinco años, sin un solo cambio de nombre. El riesgo marcado como principal en la propuesta no se materializó.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precipicio de la API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5120640" cy="402336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3319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día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3192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721608"/>
            <a:ext cx="5120640" cy="402336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7947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días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3794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 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197096"/>
            <a:ext cx="5120640" cy="402336"/>
          </a:xfrm>
          <a:prstGeom prst="rect">
            <a:avLst/>
          </a:prstGeom>
          <a:solidFill>
            <a:srgbClr val="FBED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42702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42702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 a los 600 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tablas agregadas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73736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 × día  ·  780 446 filas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 × dow × hora × año  ·  359 442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× borough × pago × tarifa  ·  2 811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normalizados de 168 valores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ene–feb 2020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con coordenadas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1148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99.8 % · 1827 días · 0 coordenadas fuera de rango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17320"/>
            <a:ext cx="45720" cy="713232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14447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estancada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4630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139 M a 12 M en abril de 2020. Diciembre de 2024: 105 M, un 76 %.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331720"/>
            <a:ext cx="45720" cy="713232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23591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entre boroughs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3774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78 %, Bronx 61 %. Diecisiete puntos de diferencia.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5720" cy="713232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273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día se corrió a la tarde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 AM/PM de 1.014 a 0.916. Las 8 h pierden 1.31 puntos.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45720" cy="713232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4187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se aplanó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42062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de 414 estaciones. Razón pico/valle de 2.90 a 2.35.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5074920"/>
            <a:ext cx="45720" cy="713232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43000" y="51023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pago se dio vuelta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51206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OMNY de 1.5 % a 65.2 %. Superó a MetroCard en enero de 2024.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decide la 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agregada por año mezcla enero y febrero prepandemia con el confinamiento. Ese promedio ya venía aplanado.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Extrajimos por separado el perfil de enero–febrero de 2020 como línea base real.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29626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año 2020 completo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  →  2.35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9809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cambio aparente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solidFill>
            <a:srgbClr val="FBED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7280" y="40142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línea base prepandemia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2.90  →  2.35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4032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se aplanó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0749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de 414 estaciones aplanaron su pico. Toda tasa de recuperación del proyecto se calcula contra esta línea base.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seleccionada y arquitectura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formas de perfil entre la línea base y 2024, anclada geográficamente.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6916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Descartadas: OMNY como eje central (es adopción tecnológica, no demanda) · flujos origen–destino (imposible: solo hay entradas).</a:t>
            </a:r>
            <a:endParaRPr lang="en-US" sz="1300" dirty="0"/>
          </a:p>
        </p:txBody>
      </p:sp>
      <p:pic>
        <p:nvPicPr>
          <p:cNvPr id="8" name="Image 0" descr="/home/claude/w07/00-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194560"/>
            <a:ext cx="61264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implementación en D3.js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17320"/>
            <a:ext cx="10515600" cy="438912"/>
          </a:xfrm>
          <a:prstGeom prst="rect">
            <a:avLst/>
          </a:prstGeom>
          <a:solidFill>
            <a:srgbClr val="F2F5F9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4996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08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datos y conversión a JSON compacto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1965960"/>
            <a:ext cx="10515600" cy="438912"/>
          </a:xfrm>
          <a:prstGeom prst="rect">
            <a:avLst/>
          </a:prstGeom>
          <a:solidFill>
            <a:srgbClr val="F2F5F9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0482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0574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 — serie temporal con brush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2514600"/>
            <a:ext cx="10515600" cy="438912"/>
          </a:xfrm>
          <a:prstGeom prst="rect">
            <a:avLst/>
          </a:prstGeom>
          <a:solidFill>
            <a:srgbClr val="F2F5F9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5968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606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A — mapa de estaciones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3063240"/>
            <a:ext cx="10515600" cy="438912"/>
          </a:xfrm>
          <a:prstGeom prst="rect">
            <a:avLst/>
          </a:prstGeom>
          <a:solidFill>
            <a:srgbClr val="F2F5F9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154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B — small multiples de perfiles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515600" cy="438912"/>
          </a:xfrm>
          <a:prstGeom prst="rect">
            <a:avLst/>
          </a:prstGeom>
          <a:solidFill>
            <a:srgbClr val="F2F5F9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694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703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compartido y brushing entre A, B y C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216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entregable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" y="4160520"/>
            <a:ext cx="105156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242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42519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 — dispersión pico/valle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22960" y="4709160"/>
            <a:ext cx="105156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7914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4800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 — composición tarifaria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" y="5257800"/>
            <a:ext cx="1051560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5340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5349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Estilo, leyendas, accesibilidad y responsive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principal: el volumen en el navegador. Mitigación: precalcular JSON compacto, no enviar la tabla estación × día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 y cronograma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17320"/>
            <a:ext cx="3383280" cy="10515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8745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datos y preparación de los JSON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417320"/>
            <a:ext cx="3383280" cy="10515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90872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18745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en D3 y vistas enlazadas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1584" y="1417320"/>
            <a:ext cx="3383280" cy="105156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30184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30184" y="18745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Narrativa, diseño visual y paper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70432" y="3273552"/>
            <a:ext cx="100584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992" y="3163824"/>
            <a:ext cx="237744" cy="237744"/>
          </a:xfrm>
          <a:prstGeom prst="ellipse">
            <a:avLst/>
          </a:prstGeom>
          <a:solidFill>
            <a:srgbClr val="E07A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136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14553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 con las vistas A, B y C enlazadas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170432" y="4050792"/>
            <a:ext cx="100584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992" y="3941064"/>
            <a:ext cx="237744" cy="237744"/>
          </a:xfrm>
          <a:prstGeom prst="ellipse">
            <a:avLst/>
          </a:prstGeom>
          <a:solidFill>
            <a:srgbClr val="1B4F8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922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oct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92277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integrada, vistas D y E, respuesta a la crítica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170432" y="4828032"/>
            <a:ext cx="1005840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26" name="Shape 24"/>
          <p:cNvSpPr/>
          <p:nvPr/>
        </p:nvSpPr>
        <p:spPr>
          <a:xfrm>
            <a:off x="1078992" y="4718304"/>
            <a:ext cx="237744" cy="237744"/>
          </a:xfrm>
          <a:prstGeom prst="ellipse">
            <a:avLst/>
          </a:prstGeom>
          <a:solidFill>
            <a:srgbClr val="1B4F8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690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700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nov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60320" y="470001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publicada, paper, videos, poster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cambió al examinar los datos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932688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50976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17320"/>
            <a:ext cx="45720" cy="86868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14356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que temíamos no era el riesgo real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75564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estabilidad de los identificadores resultó perfecta. El riesgo apareció en el planificador de consultas de la API.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514600"/>
            <a:ext cx="45720" cy="868680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43000" y="253288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decide la conclusión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85292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año 2020 completo, el día laborable no cambiaba de forma. Contra enero–febrero, el pico cayó de 2.90 a 2.35.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45720" cy="86868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43000" y="363016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consecuencias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9502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Reformulamos la pregunta 2, e incorporamos la línea base prepandemia como tabla propia del pipeline.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709160"/>
            <a:ext cx="45720" cy="86868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47274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se mantiene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04748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cinco vistas siguen en pie; las tres primeras son el núcleo entregable.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2026-10-14T00:30:23Z</dcterms:created>
  <dcterms:modified xsi:type="dcterms:W3CDTF">2026-10-14T00:30:23Z</dcterms:modified>
</cp:coreProperties>
</file>