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7784f33e2946bb" /><Relationship Type="http://schemas.openxmlformats.org/officeDocument/2006/relationships/extended-properties" Target="/docProps/app.xml" Id="Rb9ebeee36a7f46c2" /><Relationship Type="http://schemas.openxmlformats.org/officeDocument/2006/relationships/officeDocument" Target="/ppt/presentation.xml" Id="Rdc5b3b6bdcf848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31643d04ab4f9f"/>
  </p:sldMasterIdLst>
  <p:notesMasterIdLst>
    <p:notesMasterId xmlns:r="http://schemas.openxmlformats.org/officeDocument/2006/relationships" r:id="Rfd4ed5a95d4c41d7"/>
  </p:notesMasterIdLst>
  <p:sldIdLst>
    <p:sldId xmlns:r="http://schemas.openxmlformats.org/officeDocument/2006/relationships" id="256" r:id="Rdfb370c62ead473a"/>
    <p:sldId xmlns:r="http://schemas.openxmlformats.org/officeDocument/2006/relationships" id="257" r:id="Reb6fe7e01a814438"/>
    <p:sldId xmlns:r="http://schemas.openxmlformats.org/officeDocument/2006/relationships" id="258" r:id="Rdb4e558fc3a44c49"/>
    <p:sldId xmlns:r="http://schemas.openxmlformats.org/officeDocument/2006/relationships" id="259" r:id="R6fa34298d7f84e8f"/>
    <p:sldId xmlns:r="http://schemas.openxmlformats.org/officeDocument/2006/relationships" id="260" r:id="R5b6ae50521b74465"/>
    <p:sldId xmlns:r="http://schemas.openxmlformats.org/officeDocument/2006/relationships" id="261" r:id="R3770921b688c4d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c109c0dfad4f0d" /><Relationship Type="http://schemas.openxmlformats.org/officeDocument/2006/relationships/slideMaster" Target="/ppt/slideMasters/slideMaster1.xml" Id="R2e31643d04ab4f9f" /><Relationship Type="http://schemas.openxmlformats.org/officeDocument/2006/relationships/notesMaster" Target="/ppt/notesMasters/notesMaster1.xml" Id="Rfd4ed5a95d4c41d7" /><Relationship Type="http://schemas.openxmlformats.org/officeDocument/2006/relationships/presProps" Target="/ppt/presProps.xml" Id="Rba35951f59374691" /><Relationship Type="http://schemas.openxmlformats.org/officeDocument/2006/relationships/tableStyles" Target="/ppt/tableStyles.xml" Id="Rfbd473314a72410c" /><Relationship Type="http://schemas.openxmlformats.org/officeDocument/2006/relationships/slide" Target="/ppt/slides/slide1.xml" Id="Rdfb370c62ead473a" /><Relationship Type="http://schemas.openxmlformats.org/officeDocument/2006/relationships/slide" Target="/ppt/slides/slide2.xml" Id="Reb6fe7e01a814438" /><Relationship Type="http://schemas.openxmlformats.org/officeDocument/2006/relationships/slide" Target="/ppt/slides/slide3.xml" Id="Rdb4e558fc3a44c49" /><Relationship Type="http://schemas.openxmlformats.org/officeDocument/2006/relationships/slide" Target="/ppt/slides/slide4.xml" Id="R6fa34298d7f84e8f" /><Relationship Type="http://schemas.openxmlformats.org/officeDocument/2006/relationships/slide" Target="/ppt/slides/slide5.xml" Id="R5b6ae50521b74465" /><Relationship Type="http://schemas.openxmlformats.org/officeDocument/2006/relationships/slide" Target="/ppt/slides/slide6.xml" Id="R3770921b688c4d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54130864904f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f9eb51bb6b41ea" /><Relationship Type="http://schemas.openxmlformats.org/officeDocument/2006/relationships/notesMaster" Target="/ppt/notesMasters/notesMaster1.xml" Id="R9d2883de71c148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671e18414d14978" /><Relationship Type="http://schemas.openxmlformats.org/officeDocument/2006/relationships/notesMaster" Target="/ppt/notesMasters/notesMaster1.xml" Id="Redb2c4bd4413476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0ae9e7e9ab469a" /><Relationship Type="http://schemas.openxmlformats.org/officeDocument/2006/relationships/notesMaster" Target="/ppt/notesMasters/notesMaster1.xml" Id="R7832843eab31427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f14d58be586457f" /><Relationship Type="http://schemas.openxmlformats.org/officeDocument/2006/relationships/notesMaster" Target="/ppt/notesMasters/notesMaster1.xml" Id="R5106d534614d40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5e2e6f81ce14ffb" /><Relationship Type="http://schemas.openxmlformats.org/officeDocument/2006/relationships/notesMaster" Target="/ppt/notesMasters/notesMaster1.xml" Id="R320ff84c0a3442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80605462b904c60" /><Relationship Type="http://schemas.openxmlformats.org/officeDocument/2006/relationships/notesMaster" Target="/ppt/notesMasters/notesMaster1.xml" Id="Rf762aeb9599d46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MTA/Open NY, manifiestos de entradas/OD; GTFS 2026. Guía del curso §4. Revisión 28-10-2026.</a:t>
            </a:r>
          </a:p>
          <a:p xmlns:a="http://schemas.openxmlformats.org/drawingml/2006/main">
            <a:r>
              <a:t>Revisión de alcance del 28 de octubre, sin reescribir la cronología de la entrega original.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MTA/Open NY, manifiestos de entradas/OD; GTFS 2026. Guía del curso §4. Revisión 28-10-2026.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MTA/Open NY, manifiestos de entradas/OD; GTFS 2026. Guía del curso §4. Revisión 28-10-2026.</a:t>
            </a:r>
          </a:p>
          <a:p xmlns:a="http://schemas.openxmlformats.org/drawingml/2006/main">
            <a:r>
              <a:t>Boceto estático con datos reales, fidelidad 1. No es captura ni resultado del solver. Interacciones en app.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MTA/Open NY, manifiestos de entradas/OD; GTFS 2026. Guía del curso §4. Revisión 28-10-2026.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MTA/Open NY, manifiestos de entradas/OD; GTFS 2026. Guía del curso §4. Revisión 28-10-2026.</a:t>
            </a:r>
          </a:p>
          <a:p xmlns:a="http://schemas.openxmlformats.org/drawingml/2006/main">
            <a:r>
              <a:t>Resultados: deliveries/week12/data/analytical_tasks/T1_territory.csv. Índice de volumen territorial, no porcentaje de personas.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MTA/Open NY, manifiestos de entradas/OD; GTFS 2026. Guía del curso §4. Revisión 28-10-2026.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af24d077ed443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5e6d52d1074d0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7a278271e945e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a6bcaab03d46e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243d0250f8484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ac98e874254b1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722ACA2-04E7-40C4-8555-91BE1E4A73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4202696-CF59-425F-8A9E-20799B52B3D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B965B2B-7C04-4960-8849-76A3E92324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462FC20-B824-476D-A3B0-BECD85CBE1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4C627D8-E584-41EB-95A6-311F348294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7FD2215-411A-4074-9FFE-931411C041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F5B7451-9AA4-439D-8D9E-E68FA4947C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5806371-A37B-453E-8CA8-F9F25A45D5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D8B2DD4-AA33-48CF-A42F-865E496699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C1DDC6B-6D29-4F3F-B332-EA1AA98C3D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bd204c8be842b4" /><Relationship Type="http://schemas.openxmlformats.org/officeDocument/2006/relationships/slideLayout" Target="/ppt/slideLayouts/slideLayout1.xml" Id="R85fcfb93e7834b38" /><Relationship Type="http://schemas.openxmlformats.org/officeDocument/2006/relationships/slideLayout" Target="/ppt/slideLayouts/slideLayout2.xml" Id="Ra88ad15e513a4540" /><Relationship Type="http://schemas.openxmlformats.org/officeDocument/2006/relationships/slideLayout" Target="/ppt/slideLayouts/slideLayout3.xml" Id="R998af57a4d684e47" /><Relationship Type="http://schemas.openxmlformats.org/officeDocument/2006/relationships/slideLayout" Target="/ppt/slideLayouts/slideLayout4.xml" Id="R4d2c20ef24fb4630" /><Relationship Type="http://schemas.openxmlformats.org/officeDocument/2006/relationships/slideLayout" Target="/ppt/slideLayouts/slideLayout5.xml" Id="R4c23f66fb80f47d3" /><Relationship Type="http://schemas.openxmlformats.org/officeDocument/2006/relationships/slideLayout" Target="/ppt/slideLayouts/slideLayout6.xml" Id="Rad663164522d40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fcfb93e7834b38"/>
    <p:sldLayoutId xmlns:r="http://schemas.openxmlformats.org/officeDocument/2006/relationships" id="2147483650" r:id="Ra88ad15e513a4540"/>
    <p:sldLayoutId xmlns:r="http://schemas.openxmlformats.org/officeDocument/2006/relationships" id="2147483651" r:id="R998af57a4d684e47"/>
    <p:sldLayoutId xmlns:r="http://schemas.openxmlformats.org/officeDocument/2006/relationships" id="2147483652" r:id="R4d2c20ef24fb4630"/>
    <p:sldLayoutId xmlns:r="http://schemas.openxmlformats.org/officeDocument/2006/relationships" id="2147483653" r:id="R4c23f66fb80f47d3"/>
    <p:sldLayoutId xmlns:r="http://schemas.openxmlformats.org/officeDocument/2006/relationships" id="2147483654" r:id="Rad663164522d40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70bf2b247041a9" /><Relationship Type="http://schemas.openxmlformats.org/officeDocument/2006/relationships/notesSlide" Target="/ppt/notesSlides/notesSlide1.xml" Id="Rf82b7fb3082f43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2c6c9eb9f24891" /><Relationship Type="http://schemas.openxmlformats.org/officeDocument/2006/relationships/notesSlide" Target="/ppt/notesSlides/notesSlide2.xml" Id="R635a40a22928433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7e55abdc384ed9" /><Relationship Type="http://schemas.openxmlformats.org/officeDocument/2006/relationships/image" Target="/ppt/media/image.png" Id="R972e6ef8f9ab462a" /><Relationship Type="http://schemas.openxmlformats.org/officeDocument/2006/relationships/notesSlide" Target="/ppt/notesSlides/notesSlide3.xml" Id="Rb6b92f544f8e42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e1afbd149a4fbf" /><Relationship Type="http://schemas.openxmlformats.org/officeDocument/2006/relationships/notesSlide" Target="/ppt/notesSlides/notesSlide4.xml" Id="Rd481b45474e54a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b1779b3f494fad" /><Relationship Type="http://schemas.openxmlformats.org/officeDocument/2006/relationships/chart" Target="/ppt/slides/charts/chart1.xml" Id="R23cf76b977aa474a" /><Relationship Type="http://schemas.openxmlformats.org/officeDocument/2006/relationships/notesSlide" Target="/ppt/notesSlides/notesSlide5.xml" Id="R99bb013eccc949e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1371af156f49b3" /><Relationship Type="http://schemas.openxmlformats.org/officeDocument/2006/relationships/notesSlide" Target="/ppt/notesSlides/notesSlide6.xml" Id="R19ebf62e0d9a4b9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varyColors val="0"/>
        <c:ser>
          <c:idx val="0"/>
          <c:order val="0"/>
          <c:tx>
            <c:v>2019 = 100</c:v>
          </c:tx>
          <c:spPr>
            <a:solidFill xmlns:a="http://schemas.openxmlformats.org/drawingml/2006/main">
              <a:srgbClr val="22758C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Bronx</c:v>
                </c:pt>
                <c:pt idx="1">
                  <c:v>Brooklyn</c:v>
                </c:pt>
                <c:pt idx="2">
                  <c:v>Manhattan</c:v>
                </c:pt>
                <c:pt idx="3">
                  <c:v>Queens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58.4</c:v>
                </c:pt>
                <c:pt idx="1">
                  <c:v>72.1</c:v>
                </c:pt>
                <c:pt idx="2">
                  <c:v>71.3</c:v>
                </c:pt>
                <c:pt idx="3">
                  <c:v>75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C75E6D-EB7F-4DCE-BC9D-92E7AF63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93640"/>
                </a:solidFill>
                <a:latin typeface="Arial"/>
                <a:ea typeface="Arial"/>
                <a:cs typeface="Arial"/>
              </a:rPr>
              <a:t>Fractal · Primera fase consolidada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F36E6E-3931-486F-8E62-B3530C5C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668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Demanda, conexiones y ritmos del subway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Renzo Acervo Correa · Stewart Maquera Bobadilla · José Condori Palomino</a:t>
            </a:r>
          </a:p>
          <a:p xmlns:a="http://schemas.openxmlformats.org/drawingml/2006/main">
            <a:pPr>
              <a:defRPr sz="23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UTEC · DS5343 · 2026-2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D14ABD-3014-446A-91D4-48C88ADC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B74"/>
                </a:solidFill>
                <a:latin typeface="Arial"/>
                <a:ea typeface="Arial"/>
                <a:cs typeface="Arial"/>
              </a:rPr>
              <a:t>Fractal · Semana 07 · revisión del 28 de octubre de 2026</a:t>
            </a:r>
          </a:p>
        </p:txBody>
      </p:sp>
    </p:spTree>
    <p:extLst>
      <p:ext uri="{BB962C8B-B14F-4D97-AF65-F5344CB8AC3E}">
        <p14:creationId xmlns:p14="http://schemas.microsoft.com/office/powerpoint/2010/main" val="8023240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6D86A5-E5F6-41C3-95BB-C812C3E2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93640"/>
                </a:solidFill>
                <a:latin typeface="Arial"/>
                <a:ea typeface="Arial"/>
                <a:cs typeface="Arial"/>
              </a:rPr>
              <a:t>Problema y seis tareas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54075C-A73D-4950-AAC3-90F957BC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668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T1 · Redistribución territorial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T2 · Dependencia e intercambios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T3 · Ventanas de demanda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T4 · Corredores de soporte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T5 · Balance externo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T6 · Exposición a interrupciones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B3AFA3-4DA7-4CAE-B1EE-5CFCEDB7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B74"/>
                </a:solidFill>
                <a:latin typeface="Arial"/>
                <a:ea typeface="Arial"/>
                <a:cs typeface="Arial"/>
              </a:rPr>
              <a:t>Fractal · Semana 07 · revisión del 28 de octubre de 2026</a:t>
            </a:r>
          </a:p>
        </p:txBody>
      </p:sp>
    </p:spTree>
    <p:extLst>
      <p:ext uri="{BB962C8B-B14F-4D97-AF65-F5344CB8AC3E}">
        <p14:creationId xmlns:p14="http://schemas.microsoft.com/office/powerpoint/2010/main" val="18303535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00694C-79F1-4579-A77C-3E091B54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93640"/>
                </a:solidFill>
                <a:latin typeface="Arial"/>
                <a:ea typeface="Arial"/>
                <a:cs typeface="Arial"/>
              </a:rPr>
              <a:t>Dirección elegida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E12B88-B3C6-48DC-93AA-F1B44A07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B74"/>
                </a:solidFill>
                <a:latin typeface="Arial"/>
                <a:ea typeface="Arial"/>
                <a:cs typeface="Arial"/>
              </a:rPr>
              <a:t>Fractal · Semana 07 · revisión del 28 de octubre de 2026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1F2B21-0E0D-41ED-BB5F-FD80E5CA02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2e6ef8f9ab462a"/>
          <a:stretch xmlns:a="http://schemas.openxmlformats.org/drawingml/2006/main"/>
        </p:blipFill>
        <p:spPr>
          <a:xfrm xmlns:a="http://schemas.openxmlformats.org/drawingml/2006/main">
            <a:off x="2314355" y="1381125"/>
            <a:ext cx="7563289" cy="4714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4569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70CD26-EB40-4C02-94F9-432ADA10F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93640"/>
                </a:solidFill>
                <a:latin typeface="Arial"/>
                <a:ea typeface="Arial"/>
                <a:cs typeface="Arial"/>
              </a:rPr>
              <a:t>Arquitectura y datos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2CE22C-5F2A-466C-91E6-E147EC379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668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D3: cámara, selección, marcas, dispersión y reloj.</a:t>
            </a:r>
          </a:p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Preprocesamiento: OD, caminos, perfiles y controles.</a:t>
            </a:r>
          </a:p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WebGPU: refinamiento y raster, con respaldo.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Entradas 2019–2024 y OD 2021–2024 separados.</a:t>
            </a:r>
          </a:p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Los parámetros visuales no modifican demanda.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691DE6-9332-4201-9553-1F9C5BAF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B74"/>
                </a:solidFill>
                <a:latin typeface="Arial"/>
                <a:ea typeface="Arial"/>
                <a:cs typeface="Arial"/>
              </a:rPr>
              <a:t>Fractal · Semana 07 · revisión del 28 de octubre de 2026</a:t>
            </a:r>
          </a:p>
        </p:txBody>
      </p:sp>
    </p:spTree>
    <p:extLst>
      <p:ext uri="{BB962C8B-B14F-4D97-AF65-F5344CB8AC3E}">
        <p14:creationId xmlns:p14="http://schemas.microsoft.com/office/powerpoint/2010/main" val="7781921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0D82FF-CD88-43CE-B18F-493530DE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93640"/>
                </a:solidFill>
                <a:latin typeface="Arial"/>
                <a:ea typeface="Arial"/>
                <a:cs typeface="Arial"/>
              </a:rPr>
              <a:t>La recuperación territorial es desigual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ACFE9B-0EA5-422F-A40B-F517B752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371475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2024 frente a 2019 · semana representativa</a:t>
            </a:r>
          </a:p>
          <a:p xmlns:a="http://schemas.openxmlformats.org/drawingml/2006/main">
            <a:pPr>
              <a:defRPr sz="20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Todos los meses · misma fuente en ambos extremos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968D57-6625-4153-970D-1FAF7B13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B74"/>
                </a:solidFill>
                <a:latin typeface="Arial"/>
                <a:ea typeface="Arial"/>
                <a:cs typeface="Arial"/>
              </a:rPr>
              <a:t>Fractal · Semana 07 · revisión del 28 de octubre de 2026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6C74E360-32BD-4F85-88C5-3EE3C67C818C}"/>
              </a:ext>
            </a:extLst>
          </p:cNvPr>
          <p:cNvGraphicFramePr/>
          <p:nvPr/>
        </p:nvGraphicFramePr>
        <p:xfrm>
          <a:off xmlns:a="http://schemas.openxmlformats.org/drawingml/2006/main" x="4714875" y="1657350"/>
          <a:ext xmlns:a="http://schemas.openxmlformats.org/drawingml/2006/main" cx="676275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3cf76b977aa474a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BE571B-7E0F-46CE-A9F2-673D70D7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371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El Bronx: 58,4 % del volumen de 2019.</a:t>
            </a:r>
          </a:p>
          <a:p xmlns:a="http://schemas.openxmlformats.org/drawingml/2006/main">
            <a:pPr>
              <a:defRPr sz="202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Brooklyn pierde volumen y gana participación.</a:t>
            </a:r>
          </a:p>
        </p:txBody>
      </p:sp>
    </p:spTree>
    <p:extLst>
      <p:ext uri="{BB962C8B-B14F-4D97-AF65-F5344CB8AC3E}">
        <p14:creationId xmlns:p14="http://schemas.microsoft.com/office/powerpoint/2010/main" val="14486167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1D4EC6-22F7-433F-87D5-125380B6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93640"/>
                </a:solidFill>
                <a:latin typeface="Arial"/>
                <a:ea typeface="Arial"/>
                <a:cs typeface="Arial"/>
              </a:rPr>
              <a:t>Plan priorizado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605D6E-044C-49DC-A7D4-8DFC0EE3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668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Cálculos para las seis tareas: preparados y verificables.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Pendiente en la interfaz: síntesis territorial, balance externo, consulta exacta por tramo, detector de ventanas y escenario de interrupción.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Evaluación con personas y auditoría completa de accesibilidad: pendientes.</a:t>
            </a:r>
          </a:p>
          <a:p xmlns:a="http://schemas.openxmlformats.org/drawingml/2006/main">
            <a:pPr>
              <a:defRPr sz="2175" b="0">
                <a:solidFill>
                  <a:srgbClr val="1936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3640"/>
                </a:solidFill>
                <a:latin typeface="Arial"/>
                <a:ea typeface="Arial"/>
                <a:cs typeface="Arial"/>
              </a:rPr>
              <a:t>Responsables propuestos a ratificar con el equipo.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C5CB80-42E3-4108-B67F-20662080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B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B74"/>
                </a:solidFill>
                <a:latin typeface="Arial"/>
                <a:ea typeface="Arial"/>
                <a:cs typeface="Arial"/>
              </a:rPr>
              <a:t>Fractal · Semana 07 · revisión del 28 de octubre de 2026</a:t>
            </a:r>
          </a:p>
        </p:txBody>
      </p:sp>
    </p:spTree>
    <p:extLst>
      <p:ext uri="{BB962C8B-B14F-4D97-AF65-F5344CB8AC3E}">
        <p14:creationId xmlns:p14="http://schemas.microsoft.com/office/powerpoint/2010/main" val="20419525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2026-10-28T15:50:00.3450000Z</dcterms:created>
  <dcterms:modified xsi:type="dcterms:W3CDTF">2026-10-28T15:50:00.3450000Z</dcterms:modified>
</coreProperties>
</file>